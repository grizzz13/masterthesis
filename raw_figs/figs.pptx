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0" r:id="rId3"/>
    <p:sldId id="259" r:id="rId4"/>
    <p:sldId id="265" r:id="rId5"/>
    <p:sldId id="258" r:id="rId6"/>
    <p:sldId id="261" r:id="rId7"/>
    <p:sldId id="262" r:id="rId8"/>
    <p:sldId id="264" r:id="rId9"/>
    <p:sldId id="263" r:id="rId10"/>
    <p:sldId id="266" r:id="rId11"/>
    <p:sldId id="267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38"/>
  </p:normalViewPr>
  <p:slideViewPr>
    <p:cSldViewPr snapToGrid="0">
      <p:cViewPr>
        <p:scale>
          <a:sx n="136" d="100"/>
          <a:sy n="136" d="100"/>
        </p:scale>
        <p:origin x="-32" y="-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7F8F32-E2FD-4BDF-4F7C-889480BCC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22E3E2-BE67-9BBA-ECB4-8ABF6FF8C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15DAD7-B70C-D1D8-EB06-6056EF4EF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8874F2-2846-2AAB-3514-1F74E4BE3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D86CD9-74E8-DDF0-C9F6-4C4078530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41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DD4845-2C0A-C2B3-8F3B-E23215DAE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3D2B48-1C0F-5623-6315-70A141D11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E54595-6F7B-AFA4-59B5-E08881285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24C467-5497-EDFC-8CC5-AFFC0D6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1366FB-DA26-61FE-BF94-FE2B4A81E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71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D0401-8748-47A0-108D-7434B751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E72538-FFC2-EEA4-41A1-96AF8E77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D292B-A19C-6DFD-BD99-9DC040503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52A63B-029D-E6A9-EEAF-D66FB4D06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4831E2-854B-FBCC-8953-6AFCF88BA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6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201556-87D1-5512-6BE0-2D7EB3598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CECFD3-DEDF-7ED2-E84B-79AF713454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AC3CBC-122B-BCD8-06C1-C530F431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D1DDEE-DCAA-7216-7DDB-0A2EDBFD1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39728D-FDD6-A644-E24A-2594B2070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70164D-2AEF-05EE-3867-C027E1496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72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B0E387-CAA7-5214-600D-E9B4B08DB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37BC12-3737-B944-19F6-0F144E1B7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644083-4A37-EC2C-AB72-737EF748E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C703D05-4AC3-D022-C636-2DCD1E118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51DE550-DADC-A046-F68F-03CC2B8D4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1361138-6189-C3A0-AF47-FCEC8456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2C9281C-603B-0F2A-2FFE-0DBED3B0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CB7CDB-5F2A-8320-92DE-B1577F36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4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BD1D4E-B02B-F8F4-B840-D7BBB9104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15B8AE2-7950-20B4-994C-063EBDF82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20D8E35-3297-1838-EBA9-69C4A44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B9B423-E507-0A13-0AA5-1684B584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55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0B2C80-53A9-977A-49BD-0A637A3F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2D91D3-4228-823E-21EB-48D4B5F4F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D97FAB-D046-F2CA-EC24-E880996E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213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FC226A-BAF9-39C0-F793-6A17DFFB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0AAA61-573B-80D3-9D7F-AFD645027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A88F8F-747B-B78A-F7F2-1698DF9B2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297D967-30CA-9788-AD6A-0C32A3147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64C48A-E74E-674E-08B1-9D90AC56D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D5E6-553F-A5BF-F331-EBF6415C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927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73EE42-2C13-45F0-7144-67808F3B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56797A-05F4-4203-F374-77B9C146C9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6FC1E96-AA97-AFA1-B220-CFBA207A9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5A67E1-1024-F22F-B107-6CAAF405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BACDD2-FA85-AEA8-4564-10DAFBDDC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4713F1-1DB6-7B0D-2976-4323AD2F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94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80AACB-7DD5-54A0-F435-820A6370A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2E6334-532E-241F-B1F7-237B8D1AFC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AE6843-525A-E1FE-DFC9-DF1B3AEFE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0B7A20-CF3D-D03F-7A26-2BE29D380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12E382-BF9F-CC61-45B0-4B56B5FE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88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65D715-2C76-22A7-198E-CF17D9D8C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FC2A05-A826-470D-C1DD-FED0C734E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46EFEC-3265-51B8-06A8-13B6BC903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4702C0-328B-660F-F366-7813EE573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7E6F7F-CB64-F042-94B0-DDEDBED1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98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52E4D1-F4FD-9EA9-F638-FDD32F034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2FB825-330F-02F3-471E-D0162C52D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C1AD74-7EC3-8292-9B7B-A1F4F090AE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91767-9AD6-9945-9696-D8DEDE2548E5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C55432-4E19-CDAB-9068-F3FEAA600F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F1514E-566D-FFFE-B6DB-0B01A0D22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27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0E795060-16B8-618C-AF56-E312952559B8}"/>
              </a:ext>
            </a:extLst>
          </p:cNvPr>
          <p:cNvSpPr/>
          <p:nvPr/>
        </p:nvSpPr>
        <p:spPr>
          <a:xfrm>
            <a:off x="7678883" y="2317922"/>
            <a:ext cx="3865418" cy="16313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43B80D-D027-C2E2-BD3F-F6F8988888D8}"/>
              </a:ext>
            </a:extLst>
          </p:cNvPr>
          <p:cNvSpPr/>
          <p:nvPr/>
        </p:nvSpPr>
        <p:spPr>
          <a:xfrm>
            <a:off x="7675417" y="1439888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应用接口层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5642D4-5A40-AF93-B6B5-AA1961C5F5ED}"/>
              </a:ext>
            </a:extLst>
          </p:cNvPr>
          <p:cNvSpPr/>
          <p:nvPr/>
        </p:nvSpPr>
        <p:spPr>
          <a:xfrm>
            <a:off x="8009659" y="298294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383397E-4529-418A-8F3F-B53BB0901D4B}"/>
              </a:ext>
            </a:extLst>
          </p:cNvPr>
          <p:cNvSpPr/>
          <p:nvPr/>
        </p:nvSpPr>
        <p:spPr>
          <a:xfrm>
            <a:off x="9182097" y="2982941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NVLink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106154-ACA6-ECBA-3D8C-8C715CFA0F97}"/>
              </a:ext>
            </a:extLst>
          </p:cNvPr>
          <p:cNvSpPr/>
          <p:nvPr/>
        </p:nvSpPr>
        <p:spPr>
          <a:xfrm>
            <a:off x="10354535" y="2982940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FD4F12-2291-E3FC-FA19-811DDF33183A}"/>
              </a:ext>
            </a:extLst>
          </p:cNvPr>
          <p:cNvSpPr/>
          <p:nvPr/>
        </p:nvSpPr>
        <p:spPr>
          <a:xfrm>
            <a:off x="7675417" y="4089574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运行时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曲线连接符 13">
            <a:extLst>
              <a:ext uri="{FF2B5EF4-FFF2-40B4-BE49-F238E27FC236}">
                <a16:creationId xmlns:a16="http://schemas.microsoft.com/office/drawing/2014/main" id="{7B0B5CB5-DF60-4E93-F5C4-21675F17EE14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8624453" y="1999268"/>
            <a:ext cx="805299" cy="1162049"/>
          </a:xfrm>
          <a:prstGeom prst="curvedConnector3">
            <a:avLst>
              <a:gd name="adj1" fmla="val 680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2427CF34-AD45-EEA9-5416-DD08CE88F8C2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9796891" y="1988877"/>
            <a:ext cx="805297" cy="1182827"/>
          </a:xfrm>
          <a:prstGeom prst="curvedConnector3">
            <a:avLst>
              <a:gd name="adj1" fmla="val 6161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曲线连接符 17">
            <a:extLst>
              <a:ext uri="{FF2B5EF4-FFF2-40B4-BE49-F238E27FC236}">
                <a16:creationId xmlns:a16="http://schemas.microsoft.com/office/drawing/2014/main" id="{7A5BE9E1-A359-4339-D3F1-CC392EAFC27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16200000" flipH="1">
            <a:off x="9210671" y="2575097"/>
            <a:ext cx="805298" cy="103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EF7F6466-4495-F51F-5DAC-8837B41A6425}"/>
              </a:ext>
            </a:extLst>
          </p:cNvPr>
          <p:cNvSpPr txBox="1"/>
          <p:nvPr/>
        </p:nvSpPr>
        <p:spPr>
          <a:xfrm>
            <a:off x="9066951" y="2460175"/>
            <a:ext cx="1082348" cy="3077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 err="1"/>
              <a:t>链路执行层</a:t>
            </a:r>
            <a:endParaRPr lang="en-US" sz="1400" dirty="0"/>
          </a:p>
        </p:txBody>
      </p:sp>
      <p:cxnSp>
        <p:nvCxnSpPr>
          <p:cNvPr id="23" name="曲线连接符 22">
            <a:extLst>
              <a:ext uri="{FF2B5EF4-FFF2-40B4-BE49-F238E27FC236}">
                <a16:creationId xmlns:a16="http://schemas.microsoft.com/office/drawing/2014/main" id="{BB371541-A9F0-8EEA-82EC-01743ADF5E8E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8842664" y="3324110"/>
            <a:ext cx="368877" cy="11620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>
            <a:extLst>
              <a:ext uri="{FF2B5EF4-FFF2-40B4-BE49-F238E27FC236}">
                <a16:creationId xmlns:a16="http://schemas.microsoft.com/office/drawing/2014/main" id="{AD99D089-CC96-8EF4-FE60-2F5A3021447B}"/>
              </a:ext>
            </a:extLst>
          </p:cNvPr>
          <p:cNvCxnSpPr>
            <a:stCxn id="6" idx="2"/>
            <a:endCxn id="9" idx="0"/>
          </p:cNvCxnSpPr>
          <p:nvPr/>
        </p:nvCxnSpPr>
        <p:spPr>
          <a:xfrm rot="5400000">
            <a:off x="9428882" y="3899941"/>
            <a:ext cx="368878" cy="1038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>
            <a:extLst>
              <a:ext uri="{FF2B5EF4-FFF2-40B4-BE49-F238E27FC236}">
                <a16:creationId xmlns:a16="http://schemas.microsoft.com/office/drawing/2014/main" id="{D0AF6094-B4EA-5E9D-04DB-BE760F3297F8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10015101" y="3313721"/>
            <a:ext cx="368879" cy="118282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79F5AAA4-A34F-9EBF-6828-958932D8A17B}"/>
              </a:ext>
            </a:extLst>
          </p:cNvPr>
          <p:cNvSpPr/>
          <p:nvPr/>
        </p:nvSpPr>
        <p:spPr>
          <a:xfrm>
            <a:off x="741211" y="1021437"/>
            <a:ext cx="677146" cy="3835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679BD63-4002-4E5C-8B9C-2C28ACB380F5}"/>
              </a:ext>
            </a:extLst>
          </p:cNvPr>
          <p:cNvSpPr/>
          <p:nvPr/>
        </p:nvSpPr>
        <p:spPr>
          <a:xfrm>
            <a:off x="741211" y="791107"/>
            <a:ext cx="677146" cy="230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25E027-A855-A452-8FFA-395964893B46}"/>
              </a:ext>
            </a:extLst>
          </p:cNvPr>
          <p:cNvSpPr/>
          <p:nvPr/>
        </p:nvSpPr>
        <p:spPr>
          <a:xfrm>
            <a:off x="741211" y="1405034"/>
            <a:ext cx="677146" cy="2389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0DE7E41B-DDC8-4170-1C69-252A8CA41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1" y="2177643"/>
            <a:ext cx="677146" cy="822732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2171FE0-C07E-8010-7C63-82C9302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059" y="3700402"/>
            <a:ext cx="677146" cy="822732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E8D1F21B-F8CC-CF84-50E0-3B2484BA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059" y="2177643"/>
            <a:ext cx="677146" cy="822732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3955FC08-6887-DFAD-AE70-F40A5BB11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1" y="3700402"/>
            <a:ext cx="677146" cy="822732"/>
          </a:xfrm>
          <a:prstGeom prst="rect">
            <a:avLst/>
          </a:prstGeom>
        </p:spPr>
      </p:pic>
      <p:sp>
        <p:nvSpPr>
          <p:cNvPr id="44" name="矩形 43">
            <a:extLst>
              <a:ext uri="{FF2B5EF4-FFF2-40B4-BE49-F238E27FC236}">
                <a16:creationId xmlns:a16="http://schemas.microsoft.com/office/drawing/2014/main" id="{88896C00-9D9F-EA96-9D2D-4A1CD6787427}"/>
              </a:ext>
            </a:extLst>
          </p:cNvPr>
          <p:cNvSpPr/>
          <p:nvPr/>
        </p:nvSpPr>
        <p:spPr>
          <a:xfrm>
            <a:off x="7675416" y="561854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用户代码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874670A5-5471-F8D8-AB3D-3B2A8E6C6132}"/>
              </a:ext>
            </a:extLst>
          </p:cNvPr>
          <p:cNvSpPr/>
          <p:nvPr/>
        </p:nvSpPr>
        <p:spPr>
          <a:xfrm>
            <a:off x="4336497" y="827256"/>
            <a:ext cx="792000" cy="792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直线连接符 48">
            <a:extLst>
              <a:ext uri="{FF2B5EF4-FFF2-40B4-BE49-F238E27FC236}">
                <a16:creationId xmlns:a16="http://schemas.microsoft.com/office/drawing/2014/main" id="{96996A64-BDC8-C3BA-176D-E286ACDF2B35}"/>
              </a:ext>
            </a:extLst>
          </p:cNvPr>
          <p:cNvCxnSpPr/>
          <p:nvPr/>
        </p:nvCxnSpPr>
        <p:spPr>
          <a:xfrm>
            <a:off x="4523232" y="635457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线连接符 49">
            <a:extLst>
              <a:ext uri="{FF2B5EF4-FFF2-40B4-BE49-F238E27FC236}">
                <a16:creationId xmlns:a16="http://schemas.microsoft.com/office/drawing/2014/main" id="{A490BCBD-4EEB-48F1-EB1B-08BC98733473}"/>
              </a:ext>
            </a:extLst>
          </p:cNvPr>
          <p:cNvCxnSpPr/>
          <p:nvPr/>
        </p:nvCxnSpPr>
        <p:spPr>
          <a:xfrm>
            <a:off x="4663440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线连接符 50">
            <a:extLst>
              <a:ext uri="{FF2B5EF4-FFF2-40B4-BE49-F238E27FC236}">
                <a16:creationId xmlns:a16="http://schemas.microsoft.com/office/drawing/2014/main" id="{94E41EB5-29D4-6EB1-EBCB-045E017C17AB}"/>
              </a:ext>
            </a:extLst>
          </p:cNvPr>
          <p:cNvCxnSpPr/>
          <p:nvPr/>
        </p:nvCxnSpPr>
        <p:spPr>
          <a:xfrm>
            <a:off x="4805680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线连接符 51">
            <a:extLst>
              <a:ext uri="{FF2B5EF4-FFF2-40B4-BE49-F238E27FC236}">
                <a16:creationId xmlns:a16="http://schemas.microsoft.com/office/drawing/2014/main" id="{E3BB404B-62B1-E656-7A4D-E19168A541DE}"/>
              </a:ext>
            </a:extLst>
          </p:cNvPr>
          <p:cNvCxnSpPr/>
          <p:nvPr/>
        </p:nvCxnSpPr>
        <p:spPr>
          <a:xfrm>
            <a:off x="4951984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线连接符 60">
            <a:extLst>
              <a:ext uri="{FF2B5EF4-FFF2-40B4-BE49-F238E27FC236}">
                <a16:creationId xmlns:a16="http://schemas.microsoft.com/office/drawing/2014/main" id="{20EE4F51-12BA-D25E-B372-322857CB848C}"/>
              </a:ext>
            </a:extLst>
          </p:cNvPr>
          <p:cNvCxnSpPr>
            <a:cxnSpLocks/>
          </p:cNvCxnSpPr>
          <p:nvPr/>
        </p:nvCxnSpPr>
        <p:spPr>
          <a:xfrm>
            <a:off x="4141216" y="995680"/>
            <a:ext cx="1178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0A283D89-38E6-6491-DAD3-36F7DAAA09C1}"/>
              </a:ext>
            </a:extLst>
          </p:cNvPr>
          <p:cNvCxnSpPr>
            <a:cxnSpLocks/>
          </p:cNvCxnSpPr>
          <p:nvPr/>
        </p:nvCxnSpPr>
        <p:spPr>
          <a:xfrm>
            <a:off x="4141216" y="1148080"/>
            <a:ext cx="1178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线连接符 68">
            <a:extLst>
              <a:ext uri="{FF2B5EF4-FFF2-40B4-BE49-F238E27FC236}">
                <a16:creationId xmlns:a16="http://schemas.microsoft.com/office/drawing/2014/main" id="{ACAFD849-8B2D-0F40-91E9-D88F0C1507BE}"/>
              </a:ext>
            </a:extLst>
          </p:cNvPr>
          <p:cNvCxnSpPr>
            <a:cxnSpLocks/>
          </p:cNvCxnSpPr>
          <p:nvPr/>
        </p:nvCxnSpPr>
        <p:spPr>
          <a:xfrm>
            <a:off x="4141425" y="1299609"/>
            <a:ext cx="11783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311C2CD2-6CE6-43D6-4B69-278811E57753}"/>
              </a:ext>
            </a:extLst>
          </p:cNvPr>
          <p:cNvCxnSpPr>
            <a:cxnSpLocks/>
          </p:cNvCxnSpPr>
          <p:nvPr/>
        </p:nvCxnSpPr>
        <p:spPr>
          <a:xfrm>
            <a:off x="4141216" y="1439888"/>
            <a:ext cx="11783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AE961E97-5B3C-AE72-DB87-9434218A3F98}"/>
              </a:ext>
            </a:extLst>
          </p:cNvPr>
          <p:cNvSpPr/>
          <p:nvPr/>
        </p:nvSpPr>
        <p:spPr>
          <a:xfrm>
            <a:off x="4419444" y="906272"/>
            <a:ext cx="628043" cy="64460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42E75CDC-D85E-E48D-125B-F52B670E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791" y="129391"/>
            <a:ext cx="702731" cy="661716"/>
          </a:xfrm>
          <a:prstGeom prst="rect">
            <a:avLst/>
          </a:prstGeom>
        </p:spPr>
      </p:pic>
      <p:sp>
        <p:nvSpPr>
          <p:cNvPr id="75" name="矩形 74">
            <a:extLst>
              <a:ext uri="{FF2B5EF4-FFF2-40B4-BE49-F238E27FC236}">
                <a16:creationId xmlns:a16="http://schemas.microsoft.com/office/drawing/2014/main" id="{9FF192EA-F704-0F0D-7AAE-200FA63937FD}"/>
              </a:ext>
            </a:extLst>
          </p:cNvPr>
          <p:cNvSpPr/>
          <p:nvPr/>
        </p:nvSpPr>
        <p:spPr>
          <a:xfrm>
            <a:off x="741211" y="590550"/>
            <a:ext cx="677146" cy="20055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97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872D5-F635-C38B-9989-CFFC45D6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图片 73">
            <a:extLst>
              <a:ext uri="{FF2B5EF4-FFF2-40B4-BE49-F238E27FC236}">
                <a16:creationId xmlns:a16="http://schemas.microsoft.com/office/drawing/2014/main" id="{9CD14BFD-2F68-A5AE-BBBE-58084A0CE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474" y="785930"/>
            <a:ext cx="1462115" cy="137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91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30BCD-C020-B543-6D3C-7E1D0675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72AF81F-D76C-AF85-B9DA-831539464A17}"/>
              </a:ext>
            </a:extLst>
          </p:cNvPr>
          <p:cNvSpPr/>
          <p:nvPr/>
        </p:nvSpPr>
        <p:spPr>
          <a:xfrm>
            <a:off x="4705046" y="2712044"/>
            <a:ext cx="3865418" cy="16313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FB42A0-E5BF-589C-E793-B07A24EC947A}"/>
              </a:ext>
            </a:extLst>
          </p:cNvPr>
          <p:cNvSpPr/>
          <p:nvPr/>
        </p:nvSpPr>
        <p:spPr>
          <a:xfrm>
            <a:off x="4701580" y="1834010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应用接口层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357235-D0CB-0058-F3EB-C25984329204}"/>
              </a:ext>
            </a:extLst>
          </p:cNvPr>
          <p:cNvSpPr/>
          <p:nvPr/>
        </p:nvSpPr>
        <p:spPr>
          <a:xfrm>
            <a:off x="5035822" y="3377064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07203C-E1D9-F777-C57D-2014EE637EFA}"/>
              </a:ext>
            </a:extLst>
          </p:cNvPr>
          <p:cNvSpPr/>
          <p:nvPr/>
        </p:nvSpPr>
        <p:spPr>
          <a:xfrm>
            <a:off x="6208260" y="3377063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NVLink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EF1044-2EEF-FDC4-45AF-860A10AA08FB}"/>
              </a:ext>
            </a:extLst>
          </p:cNvPr>
          <p:cNvSpPr/>
          <p:nvPr/>
        </p:nvSpPr>
        <p:spPr>
          <a:xfrm>
            <a:off x="7380698" y="337706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B0DF98-390D-EF9A-F4BC-6ABD898EC0AF}"/>
              </a:ext>
            </a:extLst>
          </p:cNvPr>
          <p:cNvSpPr/>
          <p:nvPr/>
        </p:nvSpPr>
        <p:spPr>
          <a:xfrm>
            <a:off x="4701580" y="4483696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运行时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曲线连接符 13">
            <a:extLst>
              <a:ext uri="{FF2B5EF4-FFF2-40B4-BE49-F238E27FC236}">
                <a16:creationId xmlns:a16="http://schemas.microsoft.com/office/drawing/2014/main" id="{B55B8A02-686B-38D6-D3E7-09112E6B1BD3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650616" y="2393390"/>
            <a:ext cx="805299" cy="1162049"/>
          </a:xfrm>
          <a:prstGeom prst="curvedConnector3">
            <a:avLst>
              <a:gd name="adj1" fmla="val 680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EF838A79-53B8-D47A-8D34-AFA9AD35E84A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6823054" y="2382999"/>
            <a:ext cx="805297" cy="1182827"/>
          </a:xfrm>
          <a:prstGeom prst="curvedConnector3">
            <a:avLst>
              <a:gd name="adj1" fmla="val 6161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曲线连接符 17">
            <a:extLst>
              <a:ext uri="{FF2B5EF4-FFF2-40B4-BE49-F238E27FC236}">
                <a16:creationId xmlns:a16="http://schemas.microsoft.com/office/drawing/2014/main" id="{C6255764-DEFA-FCF4-C596-438ACADD0BCA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16200000" flipH="1">
            <a:off x="6236834" y="2969219"/>
            <a:ext cx="805298" cy="103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712D94C5-21B1-723B-ADC6-D9546A51BF75}"/>
              </a:ext>
            </a:extLst>
          </p:cNvPr>
          <p:cNvSpPr txBox="1"/>
          <p:nvPr/>
        </p:nvSpPr>
        <p:spPr>
          <a:xfrm>
            <a:off x="6093114" y="2854297"/>
            <a:ext cx="1082348" cy="3077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 err="1"/>
              <a:t>链路执行层</a:t>
            </a:r>
            <a:endParaRPr lang="en-US" sz="1400" dirty="0"/>
          </a:p>
        </p:txBody>
      </p:sp>
      <p:cxnSp>
        <p:nvCxnSpPr>
          <p:cNvPr id="23" name="曲线连接符 22">
            <a:extLst>
              <a:ext uri="{FF2B5EF4-FFF2-40B4-BE49-F238E27FC236}">
                <a16:creationId xmlns:a16="http://schemas.microsoft.com/office/drawing/2014/main" id="{AD5812F3-B20A-0F24-AFFA-3497AF1D9204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868827" y="3718232"/>
            <a:ext cx="368877" cy="11620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>
            <a:extLst>
              <a:ext uri="{FF2B5EF4-FFF2-40B4-BE49-F238E27FC236}">
                <a16:creationId xmlns:a16="http://schemas.microsoft.com/office/drawing/2014/main" id="{6B55F2CD-0F4E-D237-5E47-59E5C0ECC95F}"/>
              </a:ext>
            </a:extLst>
          </p:cNvPr>
          <p:cNvCxnSpPr>
            <a:stCxn id="6" idx="2"/>
            <a:endCxn id="9" idx="0"/>
          </p:cNvCxnSpPr>
          <p:nvPr/>
        </p:nvCxnSpPr>
        <p:spPr>
          <a:xfrm rot="5400000">
            <a:off x="6455045" y="4294063"/>
            <a:ext cx="368878" cy="1038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>
            <a:extLst>
              <a:ext uri="{FF2B5EF4-FFF2-40B4-BE49-F238E27FC236}">
                <a16:creationId xmlns:a16="http://schemas.microsoft.com/office/drawing/2014/main" id="{796E3EA7-1367-54FB-920E-2AB04333C87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7041264" y="3707843"/>
            <a:ext cx="368879" cy="118282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D28EDE31-24AC-5888-747F-3A30058770FA}"/>
              </a:ext>
            </a:extLst>
          </p:cNvPr>
          <p:cNvSpPr/>
          <p:nvPr/>
        </p:nvSpPr>
        <p:spPr>
          <a:xfrm>
            <a:off x="4701579" y="955976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用户代码</a:t>
            </a: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558EF785-5B07-F02F-B887-A0DF31B22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648" y="124885"/>
            <a:ext cx="882604" cy="831091"/>
          </a:xfrm>
          <a:prstGeom prst="rect">
            <a:avLst/>
          </a:prstGeom>
        </p:spPr>
      </p:pic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D237D69C-D1C3-65CB-DA33-3F08BD1B2CDE}"/>
              </a:ext>
            </a:extLst>
          </p:cNvPr>
          <p:cNvCxnSpPr>
            <a:cxnSpLocks/>
          </p:cNvCxnSpPr>
          <p:nvPr/>
        </p:nvCxnSpPr>
        <p:spPr>
          <a:xfrm>
            <a:off x="2558691" y="1085204"/>
            <a:ext cx="0" cy="4227809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4E69D99B-85C2-01CC-A2EA-C9D150F9B4D6}"/>
              </a:ext>
            </a:extLst>
          </p:cNvPr>
          <p:cNvCxnSpPr>
            <a:cxnSpLocks/>
          </p:cNvCxnSpPr>
          <p:nvPr/>
        </p:nvCxnSpPr>
        <p:spPr>
          <a:xfrm>
            <a:off x="1957725" y="2712044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B77D6042-7D27-2C5F-B55B-E6C28A8833F2}"/>
              </a:ext>
            </a:extLst>
          </p:cNvPr>
          <p:cNvCxnSpPr>
            <a:cxnSpLocks/>
          </p:cNvCxnSpPr>
          <p:nvPr/>
        </p:nvCxnSpPr>
        <p:spPr>
          <a:xfrm>
            <a:off x="2558691" y="1923812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B5203DD2-F751-8028-CBE0-5F4E3795C792}"/>
              </a:ext>
            </a:extLst>
          </p:cNvPr>
          <p:cNvCxnSpPr>
            <a:cxnSpLocks/>
          </p:cNvCxnSpPr>
          <p:nvPr/>
        </p:nvCxnSpPr>
        <p:spPr>
          <a:xfrm>
            <a:off x="2558691" y="3625195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9BB1431A-260A-F9C3-3980-FDCBBA1A004A}"/>
              </a:ext>
            </a:extLst>
          </p:cNvPr>
          <p:cNvCxnSpPr>
            <a:cxnSpLocks/>
          </p:cNvCxnSpPr>
          <p:nvPr/>
        </p:nvCxnSpPr>
        <p:spPr>
          <a:xfrm>
            <a:off x="1957725" y="4442803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1BD83F2E-3440-A252-F51E-9CA2BE204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657" y="1487742"/>
            <a:ext cx="530920" cy="77642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4D05D914-C8DB-9684-218D-0741140EB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589" y="3202259"/>
            <a:ext cx="530920" cy="776421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CD68C229-780B-A715-95EA-4E6FBE11C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782" y="2282237"/>
            <a:ext cx="530920" cy="77642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16D4D8F-7AF7-FB87-C68B-B3FE838E6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714" y="3996754"/>
            <a:ext cx="530920" cy="776421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AC6FCC49-172F-4CB4-C12B-D0EA8A928E63}"/>
              </a:ext>
            </a:extLst>
          </p:cNvPr>
          <p:cNvSpPr txBox="1"/>
          <p:nvPr/>
        </p:nvSpPr>
        <p:spPr>
          <a:xfrm>
            <a:off x="1403727" y="1089347"/>
            <a:ext cx="1107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GPU</a:t>
            </a:r>
          </a:p>
          <a:p>
            <a:pPr algn="ctr"/>
            <a:r>
              <a:rPr lang="en-US" dirty="0" err="1"/>
              <a:t>高速互联</a:t>
            </a:r>
            <a:endParaRPr lang="en-US" dirty="0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F6A8FE92-88D5-11F7-382D-6D19401D8AE2}"/>
              </a:ext>
            </a:extLst>
          </p:cNvPr>
          <p:cNvCxnSpPr/>
          <p:nvPr/>
        </p:nvCxnSpPr>
        <p:spPr>
          <a:xfrm flipV="1">
            <a:off x="3745185" y="1396822"/>
            <a:ext cx="699247" cy="1714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7144BED6-1C59-0873-9EB5-F4340FAE6CC9}"/>
              </a:ext>
            </a:extLst>
          </p:cNvPr>
          <p:cNvCxnSpPr/>
          <p:nvPr/>
        </p:nvCxnSpPr>
        <p:spPr>
          <a:xfrm>
            <a:off x="3690509" y="3996754"/>
            <a:ext cx="845632" cy="11579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5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926FD-DC07-F5EE-5A1A-F7A7A0E1E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3B4C2AC-8E25-C8D7-8667-F2457B9E8333}"/>
              </a:ext>
            </a:extLst>
          </p:cNvPr>
          <p:cNvSpPr/>
          <p:nvPr/>
        </p:nvSpPr>
        <p:spPr>
          <a:xfrm>
            <a:off x="3520961" y="3335653"/>
            <a:ext cx="3865418" cy="8200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链路执行层</a:t>
            </a:r>
            <a:endParaRPr lang="en-US" altLang="zh-CN" sz="16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6B1FED-DDEB-D492-73EE-5E6510D91CFF}"/>
              </a:ext>
            </a:extLst>
          </p:cNvPr>
          <p:cNvSpPr/>
          <p:nvPr/>
        </p:nvSpPr>
        <p:spPr>
          <a:xfrm>
            <a:off x="3520961" y="2320416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应用接口层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A0FAE9-A62E-0744-9932-C27C5A0FF21F}"/>
              </a:ext>
            </a:extLst>
          </p:cNvPr>
          <p:cNvSpPr/>
          <p:nvPr/>
        </p:nvSpPr>
        <p:spPr>
          <a:xfrm>
            <a:off x="9308336" y="306012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4DA9E4-7688-8C1F-30D1-3BF42F2FAAC4}"/>
              </a:ext>
            </a:extLst>
          </p:cNvPr>
          <p:cNvSpPr/>
          <p:nvPr/>
        </p:nvSpPr>
        <p:spPr>
          <a:xfrm>
            <a:off x="8279088" y="3634270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NVLink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E4438B-E1B4-FB89-3298-ABA172D8CF1A}"/>
              </a:ext>
            </a:extLst>
          </p:cNvPr>
          <p:cNvSpPr/>
          <p:nvPr/>
        </p:nvSpPr>
        <p:spPr>
          <a:xfrm>
            <a:off x="10377509" y="3532596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816450-C96D-DF0C-4B83-A7D4FC429EA2}"/>
              </a:ext>
            </a:extLst>
          </p:cNvPr>
          <p:cNvSpPr/>
          <p:nvPr/>
        </p:nvSpPr>
        <p:spPr>
          <a:xfrm>
            <a:off x="3520962" y="4425823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运行时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15E5898-3818-36D2-C211-4C2893EF851A}"/>
              </a:ext>
            </a:extLst>
          </p:cNvPr>
          <p:cNvSpPr/>
          <p:nvPr/>
        </p:nvSpPr>
        <p:spPr>
          <a:xfrm>
            <a:off x="3520961" y="1271170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用户代码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24412659-B9C8-892F-B41B-58DFBDD369DA}"/>
              </a:ext>
            </a:extLst>
          </p:cNvPr>
          <p:cNvCxnSpPr>
            <a:cxnSpLocks/>
          </p:cNvCxnSpPr>
          <p:nvPr/>
        </p:nvCxnSpPr>
        <p:spPr>
          <a:xfrm>
            <a:off x="1378073" y="1027331"/>
            <a:ext cx="0" cy="4227809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2D79477D-F339-6A31-B110-558F375B51CF}"/>
              </a:ext>
            </a:extLst>
          </p:cNvPr>
          <p:cNvCxnSpPr>
            <a:cxnSpLocks/>
          </p:cNvCxnSpPr>
          <p:nvPr/>
        </p:nvCxnSpPr>
        <p:spPr>
          <a:xfrm>
            <a:off x="777107" y="2654171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1A0A5CB4-569A-4974-0BA4-79375F50940B}"/>
              </a:ext>
            </a:extLst>
          </p:cNvPr>
          <p:cNvCxnSpPr>
            <a:cxnSpLocks/>
          </p:cNvCxnSpPr>
          <p:nvPr/>
        </p:nvCxnSpPr>
        <p:spPr>
          <a:xfrm>
            <a:off x="1378073" y="1865939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8E878B9A-E957-AB0B-B097-CE4B0FFFC08A}"/>
              </a:ext>
            </a:extLst>
          </p:cNvPr>
          <p:cNvCxnSpPr>
            <a:cxnSpLocks/>
          </p:cNvCxnSpPr>
          <p:nvPr/>
        </p:nvCxnSpPr>
        <p:spPr>
          <a:xfrm>
            <a:off x="1378073" y="3567322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96060DDA-33A5-92B3-D1A1-0A6D79042783}"/>
              </a:ext>
            </a:extLst>
          </p:cNvPr>
          <p:cNvCxnSpPr>
            <a:cxnSpLocks/>
          </p:cNvCxnSpPr>
          <p:nvPr/>
        </p:nvCxnSpPr>
        <p:spPr>
          <a:xfrm>
            <a:off x="777107" y="4384930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411D821A-E2BB-F9C9-DE5E-C1DD7031E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039" y="1429869"/>
            <a:ext cx="530920" cy="77642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CC862D8-F368-9F08-F0AB-471DE6E5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971" y="3144386"/>
            <a:ext cx="530920" cy="776421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89CF0E46-E34B-C608-34CA-2CC912001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64" y="2224364"/>
            <a:ext cx="530920" cy="77642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C236647B-9037-0754-87C0-0C0C823AE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6" y="3938881"/>
            <a:ext cx="530920" cy="776421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E4501B8D-8F92-293E-C3EA-235258C8FCEE}"/>
              </a:ext>
            </a:extLst>
          </p:cNvPr>
          <p:cNvSpPr txBox="1"/>
          <p:nvPr/>
        </p:nvSpPr>
        <p:spPr>
          <a:xfrm>
            <a:off x="223109" y="1031474"/>
            <a:ext cx="110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GPU</a:t>
            </a:r>
          </a:p>
          <a:p>
            <a:pPr algn="ctr"/>
            <a:r>
              <a:rPr lang="en-US" sz="1600" dirty="0" err="1"/>
              <a:t>高速互联</a:t>
            </a:r>
            <a:endParaRPr lang="en-US" sz="1600" dirty="0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A14FE0C5-69F0-4DC0-E170-57A511B6150D}"/>
              </a:ext>
            </a:extLst>
          </p:cNvPr>
          <p:cNvCxnSpPr/>
          <p:nvPr/>
        </p:nvCxnSpPr>
        <p:spPr>
          <a:xfrm flipV="1">
            <a:off x="2564567" y="1338949"/>
            <a:ext cx="699247" cy="1714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2FFB70D2-649E-73D1-60B9-AAB30556F359}"/>
              </a:ext>
            </a:extLst>
          </p:cNvPr>
          <p:cNvCxnSpPr/>
          <p:nvPr/>
        </p:nvCxnSpPr>
        <p:spPr>
          <a:xfrm>
            <a:off x="2509891" y="3938881"/>
            <a:ext cx="845632" cy="11579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AF801E70-79A1-E350-199B-752729794858}"/>
              </a:ext>
            </a:extLst>
          </p:cNvPr>
          <p:cNvSpPr txBox="1"/>
          <p:nvPr/>
        </p:nvSpPr>
        <p:spPr>
          <a:xfrm>
            <a:off x="7704435" y="2368743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send(...)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(...)</a:t>
            </a:r>
          </a:p>
        </p:txBody>
      </p:sp>
      <p:sp>
        <p:nvSpPr>
          <p:cNvPr id="39" name="任意形状 38">
            <a:extLst>
              <a:ext uri="{FF2B5EF4-FFF2-40B4-BE49-F238E27FC236}">
                <a16:creationId xmlns:a16="http://schemas.microsoft.com/office/drawing/2014/main" id="{5BB2420B-73EB-6E91-6711-16D902CBF594}"/>
              </a:ext>
            </a:extLst>
          </p:cNvPr>
          <p:cNvSpPr/>
          <p:nvPr/>
        </p:nvSpPr>
        <p:spPr>
          <a:xfrm>
            <a:off x="7684873" y="4812786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0" name="任意形状 39">
            <a:extLst>
              <a:ext uri="{FF2B5EF4-FFF2-40B4-BE49-F238E27FC236}">
                <a16:creationId xmlns:a16="http://schemas.microsoft.com/office/drawing/2014/main" id="{C78968CB-BAE8-0505-DB8E-B46084CE7E9B}"/>
              </a:ext>
            </a:extLst>
          </p:cNvPr>
          <p:cNvSpPr/>
          <p:nvPr/>
        </p:nvSpPr>
        <p:spPr>
          <a:xfrm>
            <a:off x="8279088" y="4811317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1" name="任意形状 40">
            <a:extLst>
              <a:ext uri="{FF2B5EF4-FFF2-40B4-BE49-F238E27FC236}">
                <a16:creationId xmlns:a16="http://schemas.microsoft.com/office/drawing/2014/main" id="{A4B56076-2000-E1E0-2EED-5C34852BA1F9}"/>
              </a:ext>
            </a:extLst>
          </p:cNvPr>
          <p:cNvSpPr/>
          <p:nvPr/>
        </p:nvSpPr>
        <p:spPr>
          <a:xfrm>
            <a:off x="8855991" y="4801705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9AAE853-1080-C9B7-4752-C78A459A41C2}"/>
              </a:ext>
            </a:extLst>
          </p:cNvPr>
          <p:cNvSpPr txBox="1"/>
          <p:nvPr/>
        </p:nvSpPr>
        <p:spPr>
          <a:xfrm>
            <a:off x="9529269" y="5013880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线程池后台驱动</a:t>
            </a:r>
            <a:endParaRPr lang="en-US" sz="1600" dirty="0"/>
          </a:p>
        </p:txBody>
      </p:sp>
      <p:cxnSp>
        <p:nvCxnSpPr>
          <p:cNvPr id="46" name="直线连接符 45">
            <a:extLst>
              <a:ext uri="{FF2B5EF4-FFF2-40B4-BE49-F238E27FC236}">
                <a16:creationId xmlns:a16="http://schemas.microsoft.com/office/drawing/2014/main" id="{B8AC5C86-5C6B-1FD9-1BD9-75CE7178269E}"/>
              </a:ext>
            </a:extLst>
          </p:cNvPr>
          <p:cNvCxnSpPr>
            <a:cxnSpLocks/>
          </p:cNvCxnSpPr>
          <p:nvPr/>
        </p:nvCxnSpPr>
        <p:spPr>
          <a:xfrm flipV="1">
            <a:off x="7551819" y="3060122"/>
            <a:ext cx="1477151" cy="2755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线连接符 49">
            <a:extLst>
              <a:ext uri="{FF2B5EF4-FFF2-40B4-BE49-F238E27FC236}">
                <a16:creationId xmlns:a16="http://schemas.microsoft.com/office/drawing/2014/main" id="{746AC669-BACF-6B7B-004D-CC31BA095098}"/>
              </a:ext>
            </a:extLst>
          </p:cNvPr>
          <p:cNvCxnSpPr>
            <a:cxnSpLocks/>
          </p:cNvCxnSpPr>
          <p:nvPr/>
        </p:nvCxnSpPr>
        <p:spPr>
          <a:xfrm>
            <a:off x="7551819" y="4285544"/>
            <a:ext cx="1650130" cy="3335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986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8C81-51EC-B5A0-CE74-DF874045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B2E136-0BFB-0671-4C1F-C2622346790C}"/>
              </a:ext>
            </a:extLst>
          </p:cNvPr>
          <p:cNvSpPr/>
          <p:nvPr/>
        </p:nvSpPr>
        <p:spPr>
          <a:xfrm>
            <a:off x="7205868" y="1093304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</a:t>
            </a:r>
            <a:r>
              <a:rPr lang="en-US" dirty="0" err="1"/>
              <a:t>Recv</a:t>
            </a:r>
            <a:r>
              <a:rPr lang="en-US" dirty="0"/>
              <a:t> Queue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82B4637-6871-7AF8-4F37-902CB157684F}"/>
              </a:ext>
            </a:extLst>
          </p:cNvPr>
          <p:cNvSpPr/>
          <p:nvPr/>
        </p:nvSpPr>
        <p:spPr>
          <a:xfrm>
            <a:off x="7205868" y="1689652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RCQP-Send Queue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A1BB03-F665-E1D6-268C-B48821DFD9E4}"/>
              </a:ext>
            </a:extLst>
          </p:cNvPr>
          <p:cNvSpPr/>
          <p:nvPr/>
        </p:nvSpPr>
        <p:spPr>
          <a:xfrm>
            <a:off x="1613451" y="1295399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</a:t>
            </a:r>
            <a:r>
              <a:rPr lang="en-US" dirty="0" err="1"/>
              <a:t>Recv</a:t>
            </a:r>
            <a:r>
              <a:rPr lang="en-US" dirty="0"/>
              <a:t> Queue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DA86078-FDF1-68D9-4BE8-9B550BCD5D14}"/>
              </a:ext>
            </a:extLst>
          </p:cNvPr>
          <p:cNvSpPr/>
          <p:nvPr/>
        </p:nvSpPr>
        <p:spPr>
          <a:xfrm>
            <a:off x="1613451" y="1891747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RCQP-Send Queue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886073-77B7-B485-E727-A78871086B42}"/>
              </a:ext>
            </a:extLst>
          </p:cNvPr>
          <p:cNvSpPr/>
          <p:nvPr/>
        </p:nvSpPr>
        <p:spPr>
          <a:xfrm>
            <a:off x="4830417" y="3935897"/>
            <a:ext cx="3289852" cy="636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354292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78EB-A331-D9FB-EEB2-30A601101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EBF6249B-D6F2-9655-666C-DF5F0C072A27}"/>
              </a:ext>
            </a:extLst>
          </p:cNvPr>
          <p:cNvSpPr/>
          <p:nvPr/>
        </p:nvSpPr>
        <p:spPr>
          <a:xfrm>
            <a:off x="1162878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7C9B963-2184-3A47-CBDD-1C53BEB862B0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EC579C-FCB5-B84E-C198-D9BEAF8F0EAB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DA1399-6C1B-7510-9899-E1F8527801B0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4FB28F-2A42-6D3E-1C23-190AAF69201D}"/>
              </a:ext>
            </a:extLst>
          </p:cNvPr>
          <p:cNvSpPr/>
          <p:nvPr/>
        </p:nvSpPr>
        <p:spPr>
          <a:xfrm>
            <a:off x="3591339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22970B-8072-843C-0631-7BEE09AE7D32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5CF5B0-EB2A-F0AE-4F33-1B898F5438CE}"/>
              </a:ext>
            </a:extLst>
          </p:cNvPr>
          <p:cNvSpPr/>
          <p:nvPr/>
        </p:nvSpPr>
        <p:spPr>
          <a:xfrm>
            <a:off x="4532243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08E5AC-CD07-A0DB-0C99-A459C5049FC6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7E097B7-6E15-01B0-2918-CA485C2BE5D4}"/>
              </a:ext>
            </a:extLst>
          </p:cNvPr>
          <p:cNvSpPr/>
          <p:nvPr/>
        </p:nvSpPr>
        <p:spPr>
          <a:xfrm>
            <a:off x="7318513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C40EF93-CDA7-BC64-7302-B66DC7654B9C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14EC80-7445-1202-CD8B-E9C3FDAE7242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E10F62B-619A-9024-CB6C-7A5E98159365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00134E-1CBD-A4A7-03F9-94B5AE21CDC8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FF9969-20F3-5484-B394-E85AF03496EE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49FBC1-E24C-3C5D-D696-6B63FF3D3856}"/>
              </a:ext>
            </a:extLst>
          </p:cNvPr>
          <p:cNvSpPr/>
          <p:nvPr/>
        </p:nvSpPr>
        <p:spPr>
          <a:xfrm>
            <a:off x="10687878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DE45EB7-E881-6C94-7CDF-3145DD7FD6F4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97048DC2-A158-0238-C002-B195C6EFD08B}"/>
              </a:ext>
            </a:extLst>
          </p:cNvPr>
          <p:cNvCxnSpPr/>
          <p:nvPr/>
        </p:nvCxnSpPr>
        <p:spPr>
          <a:xfrm>
            <a:off x="5635487" y="20967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8E750B9D-B1B3-27AF-35A5-18232D68BE35}"/>
              </a:ext>
            </a:extLst>
          </p:cNvPr>
          <p:cNvCxnSpPr/>
          <p:nvPr/>
        </p:nvCxnSpPr>
        <p:spPr>
          <a:xfrm>
            <a:off x="5635487" y="218622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8E135FCD-F668-2E86-F550-B48BAF2B6F79}"/>
              </a:ext>
            </a:extLst>
          </p:cNvPr>
          <p:cNvCxnSpPr/>
          <p:nvPr/>
        </p:nvCxnSpPr>
        <p:spPr>
          <a:xfrm>
            <a:off x="5635487" y="227147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FE4757DD-4FA2-0BF4-4EB1-7897906769E1}"/>
              </a:ext>
            </a:extLst>
          </p:cNvPr>
          <p:cNvCxnSpPr/>
          <p:nvPr/>
        </p:nvCxnSpPr>
        <p:spPr>
          <a:xfrm>
            <a:off x="5635487" y="235827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8E448527-D31E-FF0A-AB00-E20664AD82A4}"/>
              </a:ext>
            </a:extLst>
          </p:cNvPr>
          <p:cNvCxnSpPr/>
          <p:nvPr/>
        </p:nvCxnSpPr>
        <p:spPr>
          <a:xfrm>
            <a:off x="5635487" y="244461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9285C158-D78A-5AB6-FDD7-CA926EDA32C2}"/>
              </a:ext>
            </a:extLst>
          </p:cNvPr>
          <p:cNvCxnSpPr/>
          <p:nvPr/>
        </p:nvCxnSpPr>
        <p:spPr>
          <a:xfrm>
            <a:off x="5635487" y="253406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74DAE4A0-4F45-6B37-E6E0-C7D5DC58EDEF}"/>
              </a:ext>
            </a:extLst>
          </p:cNvPr>
          <p:cNvCxnSpPr/>
          <p:nvPr/>
        </p:nvCxnSpPr>
        <p:spPr>
          <a:xfrm>
            <a:off x="5635487" y="261932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14FF8525-D0AA-2067-2DF9-D838498C98BA}"/>
              </a:ext>
            </a:extLst>
          </p:cNvPr>
          <p:cNvCxnSpPr/>
          <p:nvPr/>
        </p:nvCxnSpPr>
        <p:spPr>
          <a:xfrm>
            <a:off x="5635487" y="270611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83CBB01B-A64A-764F-1F48-0A36B8B96CE0}"/>
              </a:ext>
            </a:extLst>
          </p:cNvPr>
          <p:cNvCxnSpPr/>
          <p:nvPr/>
        </p:nvCxnSpPr>
        <p:spPr>
          <a:xfrm>
            <a:off x="5635487" y="279569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BB765388-E130-92EB-1EA2-1ACE709D7BB1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AADF7B7-59BD-E045-7BC4-7AE20C2561DF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8" name="肘形连接符 37">
            <a:extLst>
              <a:ext uri="{FF2B5EF4-FFF2-40B4-BE49-F238E27FC236}">
                <a16:creationId xmlns:a16="http://schemas.microsoft.com/office/drawing/2014/main" id="{F5CC826A-B0EA-BC3F-6023-8FF8F6EC4464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 flipH="1" flipV="1">
            <a:off x="1331843" y="1466019"/>
            <a:ext cx="2531164" cy="1433195"/>
          </a:xfrm>
          <a:prstGeom prst="bentConnector3">
            <a:avLst>
              <a:gd name="adj1" fmla="val -18381"/>
            </a:avLst>
          </a:prstGeom>
          <a:ln w="3175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肘形连接符 42">
            <a:extLst>
              <a:ext uri="{FF2B5EF4-FFF2-40B4-BE49-F238E27FC236}">
                <a16:creationId xmlns:a16="http://schemas.microsoft.com/office/drawing/2014/main" id="{1DBBECB0-99B3-C4DD-B7EF-FBEF711575EB}"/>
              </a:ext>
            </a:extLst>
          </p:cNvPr>
          <p:cNvCxnSpPr>
            <a:cxnSpLocks/>
            <a:stCxn id="17" idx="3"/>
          </p:cNvCxnSpPr>
          <p:nvPr/>
        </p:nvCxnSpPr>
        <p:spPr>
          <a:xfrm flipH="1">
            <a:off x="8968409" y="1466020"/>
            <a:ext cx="2514599" cy="1433195"/>
          </a:xfrm>
          <a:prstGeom prst="bentConnector3">
            <a:avLst>
              <a:gd name="adj1" fmla="val -15936"/>
            </a:avLst>
          </a:prstGeom>
          <a:ln w="3175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9D4C6ED8-D025-1199-C540-34C3EC388B91}"/>
              </a:ext>
            </a:extLst>
          </p:cNvPr>
          <p:cNvCxnSpPr/>
          <p:nvPr/>
        </p:nvCxnSpPr>
        <p:spPr>
          <a:xfrm>
            <a:off x="5201478" y="2899215"/>
            <a:ext cx="2417701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4990795F-0842-546D-04CD-D680D788CF4C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7FAC970-3CC6-264F-B059-3287009CDB4E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90AF790-3015-7F3D-DF9C-FA1D39936723}"/>
              </a:ext>
            </a:extLst>
          </p:cNvPr>
          <p:cNvSpPr txBox="1"/>
          <p:nvPr/>
        </p:nvSpPr>
        <p:spPr>
          <a:xfrm>
            <a:off x="5856971" y="1706424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190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A2F1D-089B-CA53-22C1-4C5CF686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5962B1B-0C28-7A80-9301-7A56383C07F4}"/>
              </a:ext>
            </a:extLst>
          </p:cNvPr>
          <p:cNvSpPr/>
          <p:nvPr/>
        </p:nvSpPr>
        <p:spPr>
          <a:xfrm>
            <a:off x="1162878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C27612-AA67-9092-B3AF-3D524BC53131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AD61E7-2312-0D8F-F6F2-BF80D0FD883C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D9930A-B223-8997-ED9A-400DFE139BB5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1A85632-C813-BA98-EBC3-6107A46E8652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FF145C-43EF-CEC2-D82C-75368788E4AB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523BEE-43E5-88E3-73B0-78AC80BDE6DF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F2390C-7B73-CB26-5606-C60C893957F9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39584CA-808E-1238-2F5F-4C6A0701BEFA}"/>
              </a:ext>
            </a:extLst>
          </p:cNvPr>
          <p:cNvSpPr/>
          <p:nvPr/>
        </p:nvSpPr>
        <p:spPr>
          <a:xfrm>
            <a:off x="7318513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5DC37E-FA65-19F3-F4BD-1E2DDCE7E565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9E01275-FFF8-9C6D-9580-3C73BC8F3390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7F83856-0DC2-1723-5209-52A7CDA6B5A3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9B6C5E-F2AD-B652-F4C3-780223E8FE63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3CBB06F-5E2D-D2A0-2C2F-F37375AB6700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E1B6F2-AC35-3F35-AE7A-6A3E68EBAED0}"/>
              </a:ext>
            </a:extLst>
          </p:cNvPr>
          <p:cNvSpPr/>
          <p:nvPr/>
        </p:nvSpPr>
        <p:spPr>
          <a:xfrm>
            <a:off x="10687878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049D272-C197-05E4-7B02-2CD4C1ED982B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  <a:endParaRPr lang="en-US" altLang="zh-CN" dirty="0">
              <a:solidFill>
                <a:schemeClr val="tx1"/>
              </a:solidFill>
            </a:endParaRPr>
          </a:p>
        </p:txBody>
      </p: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CCBB6812-B0F2-9D1B-AC61-ADFB03A8B84F}"/>
              </a:ext>
            </a:extLst>
          </p:cNvPr>
          <p:cNvCxnSpPr/>
          <p:nvPr/>
        </p:nvCxnSpPr>
        <p:spPr>
          <a:xfrm>
            <a:off x="5635487" y="193864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000AB546-FF5D-E495-174E-5717A958D04C}"/>
              </a:ext>
            </a:extLst>
          </p:cNvPr>
          <p:cNvCxnSpPr/>
          <p:nvPr/>
        </p:nvCxnSpPr>
        <p:spPr>
          <a:xfrm>
            <a:off x="5635487" y="20280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00E45C2A-C609-5404-A3F7-BA123C56DB5E}"/>
              </a:ext>
            </a:extLst>
          </p:cNvPr>
          <p:cNvCxnSpPr/>
          <p:nvPr/>
        </p:nvCxnSpPr>
        <p:spPr>
          <a:xfrm>
            <a:off x="5635487" y="211335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67BD4FE2-CC2E-A4D9-6369-699EA5E5317D}"/>
              </a:ext>
            </a:extLst>
          </p:cNvPr>
          <p:cNvCxnSpPr/>
          <p:nvPr/>
        </p:nvCxnSpPr>
        <p:spPr>
          <a:xfrm>
            <a:off x="5635487" y="220014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6AD4E4D7-571D-0A2F-0401-687057734404}"/>
              </a:ext>
            </a:extLst>
          </p:cNvPr>
          <p:cNvCxnSpPr/>
          <p:nvPr/>
        </p:nvCxnSpPr>
        <p:spPr>
          <a:xfrm>
            <a:off x="5635487" y="228649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8CC27A17-593B-D4B2-0758-7ABD7F1F086E}"/>
              </a:ext>
            </a:extLst>
          </p:cNvPr>
          <p:cNvCxnSpPr/>
          <p:nvPr/>
        </p:nvCxnSpPr>
        <p:spPr>
          <a:xfrm>
            <a:off x="5635487" y="237594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C0DA9A32-6983-ECA1-9614-91062D4F1C63}"/>
              </a:ext>
            </a:extLst>
          </p:cNvPr>
          <p:cNvCxnSpPr/>
          <p:nvPr/>
        </p:nvCxnSpPr>
        <p:spPr>
          <a:xfrm>
            <a:off x="5635487" y="24611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2C33C4C6-5124-275E-9030-39E0A884744E}"/>
              </a:ext>
            </a:extLst>
          </p:cNvPr>
          <p:cNvCxnSpPr/>
          <p:nvPr/>
        </p:nvCxnSpPr>
        <p:spPr>
          <a:xfrm>
            <a:off x="5635487" y="254799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F35FC1CA-C425-13D2-803B-38D244E0CDBA}"/>
              </a:ext>
            </a:extLst>
          </p:cNvPr>
          <p:cNvCxnSpPr/>
          <p:nvPr/>
        </p:nvCxnSpPr>
        <p:spPr>
          <a:xfrm>
            <a:off x="5635487" y="26375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A98E4A43-CDE8-46A5-B38E-5E1360E528A0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B92B248-0A96-1E84-0FF1-DD27213BD85B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2171F38-BBD8-20A8-17C7-8103B1101C66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172FD76-58A5-9506-FCFC-950CCC11973E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4B6DE19A-FC1A-454B-512C-6CE7FD55A26D}"/>
              </a:ext>
            </a:extLst>
          </p:cNvPr>
          <p:cNvSpPr txBox="1"/>
          <p:nvPr/>
        </p:nvSpPr>
        <p:spPr>
          <a:xfrm>
            <a:off x="5856971" y="1548299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1F644B56-450F-5844-70C1-9BB6111AFB89}"/>
              </a:ext>
            </a:extLst>
          </p:cNvPr>
          <p:cNvCxnSpPr>
            <a:cxnSpLocks/>
          </p:cNvCxnSpPr>
          <p:nvPr/>
        </p:nvCxnSpPr>
        <p:spPr>
          <a:xfrm flipV="1">
            <a:off x="4673601" y="1891090"/>
            <a:ext cx="0" cy="494298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肘形连接符 5">
            <a:extLst>
              <a:ext uri="{FF2B5EF4-FFF2-40B4-BE49-F238E27FC236}">
                <a16:creationId xmlns:a16="http://schemas.microsoft.com/office/drawing/2014/main" id="{D2FE28EF-93AB-097A-03CA-FB1030DDB30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377070" y="1466018"/>
            <a:ext cx="2242109" cy="1274265"/>
          </a:xfrm>
          <a:prstGeom prst="bentConnector3">
            <a:avLst>
              <a:gd name="adj1" fmla="val 15963"/>
            </a:avLst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线箭头连接符 38">
            <a:extLst>
              <a:ext uri="{FF2B5EF4-FFF2-40B4-BE49-F238E27FC236}">
                <a16:creationId xmlns:a16="http://schemas.microsoft.com/office/drawing/2014/main" id="{4BA8B309-7A78-5FFA-98F3-5F6ECC2F9F1D}"/>
              </a:ext>
            </a:extLst>
          </p:cNvPr>
          <p:cNvCxnSpPr>
            <a:cxnSpLocks/>
          </p:cNvCxnSpPr>
          <p:nvPr/>
        </p:nvCxnSpPr>
        <p:spPr>
          <a:xfrm>
            <a:off x="8208470" y="1891090"/>
            <a:ext cx="1" cy="503741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89B72377-554B-3E84-E359-CF52AD413D08}"/>
              </a:ext>
            </a:extLst>
          </p:cNvPr>
          <p:cNvCxnSpPr>
            <a:cxnSpLocks/>
          </p:cNvCxnSpPr>
          <p:nvPr/>
        </p:nvCxnSpPr>
        <p:spPr>
          <a:xfrm>
            <a:off x="4105355" y="4897821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7CDE432D-2867-EF85-500F-661B92F54B07}"/>
              </a:ext>
            </a:extLst>
          </p:cNvPr>
          <p:cNvCxnSpPr>
            <a:cxnSpLocks/>
          </p:cNvCxnSpPr>
          <p:nvPr/>
        </p:nvCxnSpPr>
        <p:spPr>
          <a:xfrm>
            <a:off x="6632293" y="4897821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2DC327D-1954-772C-65A3-B3A062C50D7E}"/>
              </a:ext>
            </a:extLst>
          </p:cNvPr>
          <p:cNvSpPr txBox="1"/>
          <p:nvPr/>
        </p:nvSpPr>
        <p:spPr>
          <a:xfrm>
            <a:off x="7682132" y="47131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DBA56A1-C66E-B516-3759-5B74F4CF8AAA}"/>
              </a:ext>
            </a:extLst>
          </p:cNvPr>
          <p:cNvSpPr txBox="1"/>
          <p:nvPr/>
        </p:nvSpPr>
        <p:spPr>
          <a:xfrm>
            <a:off x="5121126" y="472513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4741349-45A1-3692-1831-FAB74BE34492}"/>
              </a:ext>
            </a:extLst>
          </p:cNvPr>
          <p:cNvSpPr/>
          <p:nvPr/>
        </p:nvSpPr>
        <p:spPr>
          <a:xfrm>
            <a:off x="903891" y="3254663"/>
            <a:ext cx="10983310" cy="104776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98B57EB-344C-2133-6121-28F44D49F612}"/>
              </a:ext>
            </a:extLst>
          </p:cNvPr>
          <p:cNvSpPr txBox="1"/>
          <p:nvPr/>
        </p:nvSpPr>
        <p:spPr>
          <a:xfrm>
            <a:off x="5622596" y="3455361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Copy Engine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zh-CN" altLang="en-US" dirty="0"/>
              <a:t>处于空闲状态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995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0D5F-C77B-E766-786A-BCD75629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EE62CC16-92FE-C12D-DD32-10B03B5D41EF}"/>
              </a:ext>
            </a:extLst>
          </p:cNvPr>
          <p:cNvSpPr/>
          <p:nvPr/>
        </p:nvSpPr>
        <p:spPr>
          <a:xfrm>
            <a:off x="1162878" y="646044"/>
            <a:ext cx="4333461" cy="2692586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F08432-6FC5-720D-FE39-34CDACFF5B80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388200-DED6-F47E-9BB8-0149DE225D71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3CBCDF-AB2A-5C95-80D3-86CEC1D23E95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FA5802-BA14-7755-3BF2-DFD861865128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579470-E965-F127-7F83-31B928CFFFC5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C4F17E-5F04-93D2-5C09-66A3086B390B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646D8A9-539C-9577-E694-233DFEB9107A}"/>
              </a:ext>
            </a:extLst>
          </p:cNvPr>
          <p:cNvSpPr/>
          <p:nvPr/>
        </p:nvSpPr>
        <p:spPr>
          <a:xfrm>
            <a:off x="7318513" y="646044"/>
            <a:ext cx="4333461" cy="2692586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FE471A-2E8D-294A-5CB6-4E6BAD9085CA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E979CFB-5408-7BF5-0AFC-59AD62A96D16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206D60-E642-EB11-B117-3A844D89D140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8BAD31-9824-0BDE-3035-1C20EE4E9B60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5AADB2-8E23-0F87-7C14-CB1A8D9A03AD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569993-0CBF-9412-F066-EC25FC1E7D2B}"/>
              </a:ext>
            </a:extLst>
          </p:cNvPr>
          <p:cNvSpPr/>
          <p:nvPr/>
        </p:nvSpPr>
        <p:spPr>
          <a:xfrm>
            <a:off x="10665280" y="118855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80C0417-3426-B4B4-40B3-BCD460331ABF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036128B-19BF-8B3D-D8F3-0CFBCC5F0060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3ABDF5BF-4B1D-6BB6-100B-60A8887277DB}"/>
              </a:ext>
            </a:extLst>
          </p:cNvPr>
          <p:cNvCxnSpPr>
            <a:cxnSpLocks/>
          </p:cNvCxnSpPr>
          <p:nvPr/>
        </p:nvCxnSpPr>
        <p:spPr>
          <a:xfrm>
            <a:off x="4169584" y="5491197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CD7FB29D-7C95-725C-BF5A-57ADC0D3B209}"/>
              </a:ext>
            </a:extLst>
          </p:cNvPr>
          <p:cNvCxnSpPr>
            <a:cxnSpLocks/>
          </p:cNvCxnSpPr>
          <p:nvPr/>
        </p:nvCxnSpPr>
        <p:spPr>
          <a:xfrm>
            <a:off x="6696522" y="5491197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CB0813E9-EF8A-DAB5-F5C6-60C8C0E34B7A}"/>
              </a:ext>
            </a:extLst>
          </p:cNvPr>
          <p:cNvSpPr txBox="1"/>
          <p:nvPr/>
        </p:nvSpPr>
        <p:spPr>
          <a:xfrm>
            <a:off x="7746361" y="53065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D5BF8AA-101F-8536-804B-2E52D913F76F}"/>
              </a:ext>
            </a:extLst>
          </p:cNvPr>
          <p:cNvSpPr txBox="1"/>
          <p:nvPr/>
        </p:nvSpPr>
        <p:spPr>
          <a:xfrm>
            <a:off x="5185355" y="531851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C01C1F-88FB-949E-CFE2-4AEF5E9C1804}"/>
              </a:ext>
            </a:extLst>
          </p:cNvPr>
          <p:cNvSpPr/>
          <p:nvPr/>
        </p:nvSpPr>
        <p:spPr>
          <a:xfrm>
            <a:off x="4366200" y="3905425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5B5818-6A7B-AD7A-A0B8-99D39E992887}"/>
              </a:ext>
            </a:extLst>
          </p:cNvPr>
          <p:cNvSpPr/>
          <p:nvPr/>
        </p:nvSpPr>
        <p:spPr>
          <a:xfrm>
            <a:off x="2603549" y="3905425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r>
              <a:rPr lang="zh-CN" altLang="en-US" dirty="0">
                <a:solidFill>
                  <a:schemeClr val="tx1"/>
                </a:solidFill>
              </a:rPr>
              <a:t> 代理线程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47DF8C-9ED0-7C9F-D96F-33948EB98930}"/>
              </a:ext>
            </a:extLst>
          </p:cNvPr>
          <p:cNvSpPr/>
          <p:nvPr/>
        </p:nvSpPr>
        <p:spPr>
          <a:xfrm>
            <a:off x="8515841" y="3905425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r>
              <a:rPr lang="zh-CN" altLang="en-US" dirty="0">
                <a:solidFill>
                  <a:schemeClr val="tx1"/>
                </a:solidFill>
              </a:rPr>
              <a:t> 代理线程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F47D784A-322D-CC0D-87C8-1EBB615B636A}"/>
              </a:ext>
            </a:extLst>
          </p:cNvPr>
          <p:cNvCxnSpPr>
            <a:cxnSpLocks/>
          </p:cNvCxnSpPr>
          <p:nvPr/>
        </p:nvCxnSpPr>
        <p:spPr>
          <a:xfrm>
            <a:off x="4896438" y="3059654"/>
            <a:ext cx="0" cy="807109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箭头连接符 40">
            <a:extLst>
              <a:ext uri="{FF2B5EF4-FFF2-40B4-BE49-F238E27FC236}">
                <a16:creationId xmlns:a16="http://schemas.microsoft.com/office/drawing/2014/main" id="{E8197D3D-D743-C5DB-0351-0D7B90A02A71}"/>
              </a:ext>
            </a:extLst>
          </p:cNvPr>
          <p:cNvCxnSpPr>
            <a:cxnSpLocks/>
          </p:cNvCxnSpPr>
          <p:nvPr/>
        </p:nvCxnSpPr>
        <p:spPr>
          <a:xfrm>
            <a:off x="5845269" y="4371282"/>
            <a:ext cx="1070448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3C6FD56A-8B63-431C-DBCB-FE2161E3840D}"/>
              </a:ext>
            </a:extLst>
          </p:cNvPr>
          <p:cNvCxnSpPr>
            <a:cxnSpLocks/>
          </p:cNvCxnSpPr>
          <p:nvPr/>
        </p:nvCxnSpPr>
        <p:spPr>
          <a:xfrm flipV="1">
            <a:off x="7983021" y="3047611"/>
            <a:ext cx="0" cy="798604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D778B6F5-1568-F3DB-B7CE-DE53564BDBBA}"/>
              </a:ext>
            </a:extLst>
          </p:cNvPr>
          <p:cNvSpPr/>
          <p:nvPr/>
        </p:nvSpPr>
        <p:spPr>
          <a:xfrm>
            <a:off x="7009710" y="3905425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BD769B4-13AE-029C-A783-F09F9BD5CB84}"/>
              </a:ext>
            </a:extLst>
          </p:cNvPr>
          <p:cNvSpPr/>
          <p:nvPr/>
        </p:nvSpPr>
        <p:spPr>
          <a:xfrm>
            <a:off x="840898" y="3905425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71BC40B-9CEB-91AF-81D4-23AF9440EDEE}"/>
              </a:ext>
            </a:extLst>
          </p:cNvPr>
          <p:cNvSpPr/>
          <p:nvPr/>
        </p:nvSpPr>
        <p:spPr>
          <a:xfrm>
            <a:off x="10278492" y="3905425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2" name="肘形连接符 71">
            <a:extLst>
              <a:ext uri="{FF2B5EF4-FFF2-40B4-BE49-F238E27FC236}">
                <a16:creationId xmlns:a16="http://schemas.microsoft.com/office/drawing/2014/main" id="{8A664C4B-D807-17DA-7D02-A9A1F585F4F8}"/>
              </a:ext>
            </a:extLst>
          </p:cNvPr>
          <p:cNvCxnSpPr>
            <a:cxnSpLocks/>
            <a:stCxn id="20" idx="3"/>
            <a:endCxn id="64" idx="0"/>
          </p:cNvCxnSpPr>
          <p:nvPr/>
        </p:nvCxnSpPr>
        <p:spPr>
          <a:xfrm>
            <a:off x="10542104" y="1466021"/>
            <a:ext cx="570717" cy="2439404"/>
          </a:xfrm>
          <a:prstGeom prst="bentConnector2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肘形连接符 78">
            <a:extLst>
              <a:ext uri="{FF2B5EF4-FFF2-40B4-BE49-F238E27FC236}">
                <a16:creationId xmlns:a16="http://schemas.microsoft.com/office/drawing/2014/main" id="{A5511A60-78C2-6882-F896-9281BBB13E13}"/>
              </a:ext>
            </a:extLst>
          </p:cNvPr>
          <p:cNvCxnSpPr>
            <a:stCxn id="8" idx="2"/>
            <a:endCxn id="64" idx="2"/>
          </p:cNvCxnSpPr>
          <p:nvPr/>
        </p:nvCxnSpPr>
        <p:spPr>
          <a:xfrm rot="16200000" flipH="1">
            <a:off x="10231495" y="3915309"/>
            <a:ext cx="12700" cy="176265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肘形连接符 80">
            <a:extLst>
              <a:ext uri="{FF2B5EF4-FFF2-40B4-BE49-F238E27FC236}">
                <a16:creationId xmlns:a16="http://schemas.microsoft.com/office/drawing/2014/main" id="{E720AAAF-11A5-DABA-229E-D65D3F137AC3}"/>
              </a:ext>
            </a:extLst>
          </p:cNvPr>
          <p:cNvCxnSpPr>
            <a:stCxn id="4" idx="2"/>
            <a:endCxn id="62" idx="2"/>
          </p:cNvCxnSpPr>
          <p:nvPr/>
        </p:nvCxnSpPr>
        <p:spPr>
          <a:xfrm rot="5400000">
            <a:off x="2556553" y="3915310"/>
            <a:ext cx="12700" cy="176265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2D3708EA-A4BD-CC37-D3CF-3CB0716CC034}"/>
              </a:ext>
            </a:extLst>
          </p:cNvPr>
          <p:cNvCxnSpPr>
            <a:stCxn id="9" idx="2"/>
            <a:endCxn id="62" idx="0"/>
          </p:cNvCxnSpPr>
          <p:nvPr/>
        </p:nvCxnSpPr>
        <p:spPr>
          <a:xfrm rot="5400000">
            <a:off x="832971" y="2690935"/>
            <a:ext cx="2056747" cy="372233"/>
          </a:xfrm>
          <a:prstGeom prst="bentConnector3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AD16070-13F8-D57D-F8EE-6EF0B5BCCFE2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4CA2B42-671B-05B5-1E23-03C4486C1D6B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9" name="肘形连接符 88">
            <a:extLst>
              <a:ext uri="{FF2B5EF4-FFF2-40B4-BE49-F238E27FC236}">
                <a16:creationId xmlns:a16="http://schemas.microsoft.com/office/drawing/2014/main" id="{0D0D9861-FD2B-597E-2775-3AAA2BB82BCC}"/>
              </a:ext>
            </a:extLst>
          </p:cNvPr>
          <p:cNvCxnSpPr>
            <a:stCxn id="4" idx="2"/>
            <a:endCxn id="2" idx="2"/>
          </p:cNvCxnSpPr>
          <p:nvPr/>
        </p:nvCxnSpPr>
        <p:spPr>
          <a:xfrm rot="16200000" flipH="1">
            <a:off x="4255073" y="3979439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肘形连接符 90">
            <a:extLst>
              <a:ext uri="{FF2B5EF4-FFF2-40B4-BE49-F238E27FC236}">
                <a16:creationId xmlns:a16="http://schemas.microsoft.com/office/drawing/2014/main" id="{E32B2D05-3D53-820F-F269-58AA25314D5A}"/>
              </a:ext>
            </a:extLst>
          </p:cNvPr>
          <p:cNvCxnSpPr>
            <a:stCxn id="8" idx="2"/>
            <a:endCxn id="61" idx="2"/>
          </p:cNvCxnSpPr>
          <p:nvPr/>
        </p:nvCxnSpPr>
        <p:spPr>
          <a:xfrm rot="5400000">
            <a:off x="8532975" y="3979440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221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C277-0DCE-9CC1-0112-EAE7A9E3B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34149505-9CBE-2A6C-B268-D05A5500F9BD}"/>
              </a:ext>
            </a:extLst>
          </p:cNvPr>
          <p:cNvSpPr/>
          <p:nvPr/>
        </p:nvSpPr>
        <p:spPr>
          <a:xfrm>
            <a:off x="1162878" y="646043"/>
            <a:ext cx="5086847" cy="3544957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0A89DB-591E-6826-ECF5-2D6DA7003EC3}"/>
              </a:ext>
            </a:extLst>
          </p:cNvPr>
          <p:cNvSpPr/>
          <p:nvPr/>
        </p:nvSpPr>
        <p:spPr>
          <a:xfrm>
            <a:off x="1469279" y="906566"/>
            <a:ext cx="1158308" cy="29965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7374D7-B1CC-9C65-1B83-52CD21B40CE6}"/>
              </a:ext>
            </a:extLst>
          </p:cNvPr>
          <p:cNvSpPr/>
          <p:nvPr/>
        </p:nvSpPr>
        <p:spPr>
          <a:xfrm>
            <a:off x="1649895" y="105183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BA9FC8-C086-2AE7-CBAD-4673403ECBDF}"/>
              </a:ext>
            </a:extLst>
          </p:cNvPr>
          <p:cNvSpPr/>
          <p:nvPr/>
        </p:nvSpPr>
        <p:spPr>
          <a:xfrm>
            <a:off x="1649895" y="1903340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B89957-31EF-48A4-E750-D771C760404D}"/>
              </a:ext>
            </a:extLst>
          </p:cNvPr>
          <p:cNvSpPr/>
          <p:nvPr/>
        </p:nvSpPr>
        <p:spPr>
          <a:xfrm>
            <a:off x="1649895" y="275484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B22FDC-F641-F1E2-6AEF-A982BDCBE5C3}"/>
              </a:ext>
            </a:extLst>
          </p:cNvPr>
          <p:cNvSpPr/>
          <p:nvPr/>
        </p:nvSpPr>
        <p:spPr>
          <a:xfrm>
            <a:off x="3340096" y="906565"/>
            <a:ext cx="2489011" cy="29965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83EFA4-8894-E112-742C-FF794CF72D28}"/>
              </a:ext>
            </a:extLst>
          </p:cNvPr>
          <p:cNvSpPr/>
          <p:nvPr/>
        </p:nvSpPr>
        <p:spPr>
          <a:xfrm>
            <a:off x="1759225" y="334074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2D8DD7-33CB-B199-0961-570F66A22081}"/>
              </a:ext>
            </a:extLst>
          </p:cNvPr>
          <p:cNvSpPr/>
          <p:nvPr/>
        </p:nvSpPr>
        <p:spPr>
          <a:xfrm>
            <a:off x="3545438" y="1107493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数据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A6449-2312-689A-FFC6-D7B4CEFD9B29}"/>
              </a:ext>
            </a:extLst>
          </p:cNvPr>
          <p:cNvSpPr/>
          <p:nvPr/>
        </p:nvSpPr>
        <p:spPr>
          <a:xfrm>
            <a:off x="3545438" y="1749149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工作队列WQ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B0CBA22-9DA1-45FE-FC49-A0BDE75B8509}"/>
              </a:ext>
            </a:extLst>
          </p:cNvPr>
          <p:cNvSpPr/>
          <p:nvPr/>
        </p:nvSpPr>
        <p:spPr>
          <a:xfrm>
            <a:off x="3545438" y="2419318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门铃记录DBR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E65B4D0-646E-71B5-750A-A192608BEF13}"/>
              </a:ext>
            </a:extLst>
          </p:cNvPr>
          <p:cNvSpPr/>
          <p:nvPr/>
        </p:nvSpPr>
        <p:spPr>
          <a:xfrm>
            <a:off x="3545438" y="3089487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完成队列CQ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F83F04D-55CB-A36B-033F-1BDE3B6C92BE}"/>
              </a:ext>
            </a:extLst>
          </p:cNvPr>
          <p:cNvSpPr/>
          <p:nvPr/>
        </p:nvSpPr>
        <p:spPr>
          <a:xfrm>
            <a:off x="2505494" y="4604808"/>
            <a:ext cx="2401613" cy="668867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网卡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3" name="肘形连接符 42">
            <a:extLst>
              <a:ext uri="{FF2B5EF4-FFF2-40B4-BE49-F238E27FC236}">
                <a16:creationId xmlns:a16="http://schemas.microsoft.com/office/drawing/2014/main" id="{CB0AB5F3-B095-1240-1703-E1B9D0F55605}"/>
              </a:ext>
            </a:extLst>
          </p:cNvPr>
          <p:cNvCxnSpPr>
            <a:cxnSpLocks/>
            <a:stCxn id="9" idx="1"/>
            <a:endCxn id="37" idx="1"/>
          </p:cNvCxnSpPr>
          <p:nvPr/>
        </p:nvCxnSpPr>
        <p:spPr>
          <a:xfrm rot="10800000" flipH="1" flipV="1">
            <a:off x="1649894" y="1434492"/>
            <a:ext cx="855599" cy="3504750"/>
          </a:xfrm>
          <a:prstGeom prst="bentConnector3">
            <a:avLst>
              <a:gd name="adj1" fmla="val -120528"/>
            </a:avLst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50B18688-C459-85AC-9038-693A88B9332F}"/>
              </a:ext>
            </a:extLst>
          </p:cNvPr>
          <p:cNvCxnSpPr>
            <a:cxnSpLocks/>
          </p:cNvCxnSpPr>
          <p:nvPr/>
        </p:nvCxnSpPr>
        <p:spPr>
          <a:xfrm>
            <a:off x="4907107" y="4919991"/>
            <a:ext cx="2264255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3D939597-F694-B7CC-00D9-FAC0475AC8A7}"/>
              </a:ext>
            </a:extLst>
          </p:cNvPr>
          <p:cNvCxnSpPr>
            <a:cxnSpLocks/>
          </p:cNvCxnSpPr>
          <p:nvPr/>
        </p:nvCxnSpPr>
        <p:spPr>
          <a:xfrm>
            <a:off x="2445025" y="1339108"/>
            <a:ext cx="1098000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2CF6BEDD-B1DE-5CDF-3564-A65218A98B4F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2445025" y="1434492"/>
            <a:ext cx="1100413" cy="56399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线箭头连接符 62">
            <a:extLst>
              <a:ext uri="{FF2B5EF4-FFF2-40B4-BE49-F238E27FC236}">
                <a16:creationId xmlns:a16="http://schemas.microsoft.com/office/drawing/2014/main" id="{2A357287-0198-AB4F-3510-DE687DABD8E4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445025" y="1606162"/>
            <a:ext cx="1100413" cy="1062491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线箭头连接符 67">
            <a:extLst>
              <a:ext uri="{FF2B5EF4-FFF2-40B4-BE49-F238E27FC236}">
                <a16:creationId xmlns:a16="http://schemas.microsoft.com/office/drawing/2014/main" id="{C4B2F0FC-233C-18C0-F9E4-CB52297E1834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2445025" y="1749149"/>
            <a:ext cx="1100413" cy="1589673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线箭头连接符 74">
            <a:extLst>
              <a:ext uri="{FF2B5EF4-FFF2-40B4-BE49-F238E27FC236}">
                <a16:creationId xmlns:a16="http://schemas.microsoft.com/office/drawing/2014/main" id="{F77ED462-E5ED-EB72-BB08-5546841FA1A5}"/>
              </a:ext>
            </a:extLst>
          </p:cNvPr>
          <p:cNvCxnSpPr/>
          <p:nvPr/>
        </p:nvCxnSpPr>
        <p:spPr>
          <a:xfrm flipV="1">
            <a:off x="4196080" y="3588156"/>
            <a:ext cx="0" cy="101665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241869C8-5044-CC07-B79F-ECEBF3CBA44F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</a:p>
        </p:txBody>
      </p:sp>
      <p:cxnSp>
        <p:nvCxnSpPr>
          <p:cNvPr id="78" name="肘形连接符 77">
            <a:extLst>
              <a:ext uri="{FF2B5EF4-FFF2-40B4-BE49-F238E27FC236}">
                <a16:creationId xmlns:a16="http://schemas.microsoft.com/office/drawing/2014/main" id="{1785F53E-03A5-7345-F3F0-6ADE25AF7138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4907107" y="1356828"/>
            <a:ext cx="705669" cy="3438692"/>
          </a:xfrm>
          <a:prstGeom prst="bentConnector4">
            <a:avLst>
              <a:gd name="adj1" fmla="val -128859"/>
              <a:gd name="adj2" fmla="val 100273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肘形连接符 86">
            <a:extLst>
              <a:ext uri="{FF2B5EF4-FFF2-40B4-BE49-F238E27FC236}">
                <a16:creationId xmlns:a16="http://schemas.microsoft.com/office/drawing/2014/main" id="{1764A7AD-5F08-F74D-C50C-0ABD221689D2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907106" y="1998484"/>
            <a:ext cx="705670" cy="2725916"/>
          </a:xfrm>
          <a:prstGeom prst="bentConnector4">
            <a:avLst>
              <a:gd name="adj1" fmla="val -110142"/>
              <a:gd name="adj2" fmla="val 100050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4063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AC49A-A050-316E-D471-76AF14A3F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3A4FB56-7AEB-AE8F-3BA5-FFEEA22ADEA3}"/>
              </a:ext>
            </a:extLst>
          </p:cNvPr>
          <p:cNvSpPr/>
          <p:nvPr/>
        </p:nvSpPr>
        <p:spPr>
          <a:xfrm>
            <a:off x="1614519" y="1613414"/>
            <a:ext cx="1505414" cy="5464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E395366-F556-5DC5-F292-AA8B4531DBB9}"/>
              </a:ext>
            </a:extLst>
          </p:cNvPr>
          <p:cNvSpPr/>
          <p:nvPr/>
        </p:nvSpPr>
        <p:spPr>
          <a:xfrm>
            <a:off x="4632479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DA14665-6788-EAAB-089D-CF4E9A81F333}"/>
              </a:ext>
            </a:extLst>
          </p:cNvPr>
          <p:cNvSpPr/>
          <p:nvPr/>
        </p:nvSpPr>
        <p:spPr>
          <a:xfrm>
            <a:off x="4248081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7B7AEFD-6986-7053-C58D-B3351B8E00E8}"/>
              </a:ext>
            </a:extLst>
          </p:cNvPr>
          <p:cNvSpPr/>
          <p:nvPr/>
        </p:nvSpPr>
        <p:spPr>
          <a:xfrm>
            <a:off x="5016877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06D0EC2-89DE-F764-8510-8B699F9DE5B2}"/>
              </a:ext>
            </a:extLst>
          </p:cNvPr>
          <p:cNvSpPr/>
          <p:nvPr/>
        </p:nvSpPr>
        <p:spPr>
          <a:xfrm>
            <a:off x="5401275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C86B2D-C27D-06AD-4B7E-42C225E0B9A7}"/>
              </a:ext>
            </a:extLst>
          </p:cNvPr>
          <p:cNvSpPr/>
          <p:nvPr/>
        </p:nvSpPr>
        <p:spPr>
          <a:xfrm>
            <a:off x="4632479" y="788199"/>
            <a:ext cx="384398" cy="3498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BBE3DE9-5748-9FE5-CD93-456BB60A3FF8}"/>
              </a:ext>
            </a:extLst>
          </p:cNvPr>
          <p:cNvSpPr/>
          <p:nvPr/>
        </p:nvSpPr>
        <p:spPr>
          <a:xfrm>
            <a:off x="4248081" y="788199"/>
            <a:ext cx="384398" cy="3498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C5562D1-917B-6008-F5C6-3250D409FD2D}"/>
              </a:ext>
            </a:extLst>
          </p:cNvPr>
          <p:cNvSpPr/>
          <p:nvPr/>
        </p:nvSpPr>
        <p:spPr>
          <a:xfrm>
            <a:off x="5016877" y="788199"/>
            <a:ext cx="384398" cy="3498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4E0A0F6-322E-AE05-06C0-9CBC822F96F5}"/>
              </a:ext>
            </a:extLst>
          </p:cNvPr>
          <p:cNvSpPr/>
          <p:nvPr/>
        </p:nvSpPr>
        <p:spPr>
          <a:xfrm>
            <a:off x="5401275" y="788199"/>
            <a:ext cx="384398" cy="3498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83181E6-DCDC-06CD-581B-0365A46706B8}"/>
              </a:ext>
            </a:extLst>
          </p:cNvPr>
          <p:cNvSpPr/>
          <p:nvPr/>
        </p:nvSpPr>
        <p:spPr>
          <a:xfrm>
            <a:off x="4632479" y="1269818"/>
            <a:ext cx="384398" cy="3498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0D4688A-69E6-6C58-03B0-6CC58038CCA0}"/>
              </a:ext>
            </a:extLst>
          </p:cNvPr>
          <p:cNvSpPr/>
          <p:nvPr/>
        </p:nvSpPr>
        <p:spPr>
          <a:xfrm>
            <a:off x="4248081" y="1269818"/>
            <a:ext cx="384398" cy="3498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29EE20C-736D-D004-5339-FDA8AC36B2F1}"/>
              </a:ext>
            </a:extLst>
          </p:cNvPr>
          <p:cNvSpPr/>
          <p:nvPr/>
        </p:nvSpPr>
        <p:spPr>
          <a:xfrm>
            <a:off x="5016877" y="1269818"/>
            <a:ext cx="384398" cy="3498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CEB7D1B-239D-FAAC-33E1-E997A9DAD5D9}"/>
              </a:ext>
            </a:extLst>
          </p:cNvPr>
          <p:cNvSpPr/>
          <p:nvPr/>
        </p:nvSpPr>
        <p:spPr>
          <a:xfrm>
            <a:off x="5401275" y="1269818"/>
            <a:ext cx="384398" cy="3498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A0B76F5-0F2E-0E38-230D-1BEC13C948E5}"/>
              </a:ext>
            </a:extLst>
          </p:cNvPr>
          <p:cNvSpPr/>
          <p:nvPr/>
        </p:nvSpPr>
        <p:spPr>
          <a:xfrm>
            <a:off x="5785673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75450BC-34B7-DED9-A560-0E72D5644D6F}"/>
              </a:ext>
            </a:extLst>
          </p:cNvPr>
          <p:cNvSpPr/>
          <p:nvPr/>
        </p:nvSpPr>
        <p:spPr>
          <a:xfrm>
            <a:off x="6170071" y="306580"/>
            <a:ext cx="384398" cy="3498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D947726-CE83-4AB0-EAE6-4E4726925397}"/>
              </a:ext>
            </a:extLst>
          </p:cNvPr>
          <p:cNvSpPr/>
          <p:nvPr/>
        </p:nvSpPr>
        <p:spPr>
          <a:xfrm>
            <a:off x="5785673" y="1269818"/>
            <a:ext cx="384398" cy="3498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C3FB046-5F70-791B-554B-DD4A75D66A32}"/>
              </a:ext>
            </a:extLst>
          </p:cNvPr>
          <p:cNvSpPr/>
          <p:nvPr/>
        </p:nvSpPr>
        <p:spPr>
          <a:xfrm>
            <a:off x="3888862" y="3888019"/>
            <a:ext cx="1360394" cy="4077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待发送请求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1FBA474-2BAD-61FA-D479-44BE2722C7E7}"/>
              </a:ext>
            </a:extLst>
          </p:cNvPr>
          <p:cNvSpPr/>
          <p:nvPr/>
        </p:nvSpPr>
        <p:spPr>
          <a:xfrm>
            <a:off x="1179208" y="3671210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本地队列</a:t>
            </a:r>
            <a:endParaRPr 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4621379-AC56-F057-38CD-C8B4252B209D}"/>
              </a:ext>
            </a:extLst>
          </p:cNvPr>
          <p:cNvSpPr/>
          <p:nvPr/>
        </p:nvSpPr>
        <p:spPr>
          <a:xfrm>
            <a:off x="1179208" y="3026012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远程队列</a:t>
            </a:r>
            <a:endParaRPr lang="en-US" dirty="0"/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F81FE912-BAF9-8CF6-0CBF-EBC6E2632F91}"/>
              </a:ext>
            </a:extLst>
          </p:cNvPr>
          <p:cNvCxnSpPr/>
          <p:nvPr/>
        </p:nvCxnSpPr>
        <p:spPr>
          <a:xfrm>
            <a:off x="746956" y="5041701"/>
            <a:ext cx="955560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5070D09A-E877-8C07-DB40-7DFB4A3F7403}"/>
              </a:ext>
            </a:extLst>
          </p:cNvPr>
          <p:cNvSpPr/>
          <p:nvPr/>
        </p:nvSpPr>
        <p:spPr>
          <a:xfrm>
            <a:off x="8001964" y="2868883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Initiator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E231C9E-AF87-A90C-BFA0-7642F4A388A5}"/>
              </a:ext>
            </a:extLst>
          </p:cNvPr>
          <p:cNvSpPr txBox="1"/>
          <p:nvPr/>
        </p:nvSpPr>
        <p:spPr>
          <a:xfrm>
            <a:off x="4614935" y="4488369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B87D93F-6FF7-ACBC-FD97-B2B34DAFC395}"/>
              </a:ext>
            </a:extLst>
          </p:cNvPr>
          <p:cNvSpPr/>
          <p:nvPr/>
        </p:nvSpPr>
        <p:spPr>
          <a:xfrm>
            <a:off x="8001964" y="3545484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通知</a:t>
            </a:r>
            <a:endParaRPr lang="en-US" dirty="0"/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A93F30C8-4AE2-EB73-BA08-D85C49C54884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1931916" y="3026012"/>
            <a:ext cx="6070049" cy="116076"/>
          </a:xfrm>
          <a:prstGeom prst="curvedConnector4">
            <a:avLst>
              <a:gd name="adj1" fmla="val 43800"/>
              <a:gd name="adj2" fmla="val 2969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曲线连接符 99">
            <a:extLst>
              <a:ext uri="{FF2B5EF4-FFF2-40B4-BE49-F238E27FC236}">
                <a16:creationId xmlns:a16="http://schemas.microsoft.com/office/drawing/2014/main" id="{D4811358-66D2-C9D7-3688-6901605C749D}"/>
              </a:ext>
            </a:extLst>
          </p:cNvPr>
          <p:cNvCxnSpPr>
            <a:cxnSpLocks/>
            <a:stCxn id="52" idx="3"/>
            <a:endCxn id="82" idx="1"/>
          </p:cNvCxnSpPr>
          <p:nvPr/>
        </p:nvCxnSpPr>
        <p:spPr>
          <a:xfrm flipV="1">
            <a:off x="5249256" y="3818689"/>
            <a:ext cx="2752708" cy="27320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290A699-5D35-6BAA-DC6E-904593307C88}"/>
              </a:ext>
            </a:extLst>
          </p:cNvPr>
          <p:cNvSpPr txBox="1"/>
          <p:nvPr/>
        </p:nvSpPr>
        <p:spPr>
          <a:xfrm>
            <a:off x="5489357" y="4043831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EFBB941-96E6-6B51-56A0-FF138D20EE08}"/>
              </a:ext>
            </a:extLst>
          </p:cNvPr>
          <p:cNvSpPr txBox="1"/>
          <p:nvPr/>
        </p:nvSpPr>
        <p:spPr>
          <a:xfrm>
            <a:off x="1179208" y="2428603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5303EABA-8594-A625-060C-153AE54B8CF7}"/>
              </a:ext>
            </a:extLst>
          </p:cNvPr>
          <p:cNvSpPr txBox="1"/>
          <p:nvPr/>
        </p:nvSpPr>
        <p:spPr>
          <a:xfrm>
            <a:off x="5202420" y="3106647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111A486B-027B-8AAF-563C-0F847A6AE9BB}"/>
              </a:ext>
            </a:extLst>
          </p:cNvPr>
          <p:cNvCxnSpPr>
            <a:cxnSpLocks/>
          </p:cNvCxnSpPr>
          <p:nvPr/>
        </p:nvCxnSpPr>
        <p:spPr>
          <a:xfrm>
            <a:off x="7171052" y="822937"/>
            <a:ext cx="0" cy="48897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A724C581-BCDE-1326-8C45-099B17609133}"/>
              </a:ext>
            </a:extLst>
          </p:cNvPr>
          <p:cNvSpPr/>
          <p:nvPr/>
        </p:nvSpPr>
        <p:spPr>
          <a:xfrm>
            <a:off x="8563088" y="1698122"/>
            <a:ext cx="1505414" cy="5464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6E8DB03C-C321-88C9-B439-1FFBB660951E}"/>
              </a:ext>
            </a:extLst>
          </p:cNvPr>
          <p:cNvCxnSpPr>
            <a:stCxn id="121" idx="2"/>
            <a:endCxn id="72" idx="3"/>
          </p:cNvCxnSpPr>
          <p:nvPr/>
        </p:nvCxnSpPr>
        <p:spPr>
          <a:xfrm rot="16200000" flipH="1">
            <a:off x="8962808" y="2597518"/>
            <a:ext cx="897556" cy="191583"/>
          </a:xfrm>
          <a:prstGeom prst="curvedConnector4">
            <a:avLst>
              <a:gd name="adj1" fmla="val 34781"/>
              <a:gd name="adj2" fmla="val 5122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683FACC7-7B1C-B337-57EE-1D09697FF5AA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4569059" y="4295768"/>
            <a:ext cx="0" cy="74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5FEA6D6C-28F7-A341-09D8-D2A32273D57C}"/>
              </a:ext>
            </a:extLst>
          </p:cNvPr>
          <p:cNvCxnSpPr>
            <a:cxnSpLocks/>
            <a:stCxn id="56" idx="3"/>
            <a:endCxn id="52" idx="1"/>
          </p:cNvCxnSpPr>
          <p:nvPr/>
        </p:nvCxnSpPr>
        <p:spPr>
          <a:xfrm>
            <a:off x="2684622" y="3299217"/>
            <a:ext cx="1204240" cy="792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BF4BD7B8-3793-1B73-1B3B-F8D1A50FBD7A}"/>
              </a:ext>
            </a:extLst>
          </p:cNvPr>
          <p:cNvCxnSpPr>
            <a:cxnSpLocks/>
            <a:stCxn id="54" idx="3"/>
            <a:endCxn id="52" idx="1"/>
          </p:cNvCxnSpPr>
          <p:nvPr/>
        </p:nvCxnSpPr>
        <p:spPr>
          <a:xfrm>
            <a:off x="2684622" y="3944415"/>
            <a:ext cx="1204240" cy="147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FFD3FC74-EF65-A282-C13B-8EFB7094C833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179209" y="1886619"/>
            <a:ext cx="435311" cy="2057796"/>
          </a:xfrm>
          <a:prstGeom prst="curvedConnector3">
            <a:avLst>
              <a:gd name="adj1" fmla="val 15251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ADBE41DE-0498-CD67-2C95-6BA22710AA6A}"/>
              </a:ext>
            </a:extLst>
          </p:cNvPr>
          <p:cNvSpPr txBox="1"/>
          <p:nvPr/>
        </p:nvSpPr>
        <p:spPr>
          <a:xfrm>
            <a:off x="9192969" y="925392"/>
            <a:ext cx="94609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A9BB32F5-C0BB-0421-B10E-4919444B1593}"/>
              </a:ext>
            </a:extLst>
          </p:cNvPr>
          <p:cNvSpPr txBox="1"/>
          <p:nvPr/>
        </p:nvSpPr>
        <p:spPr>
          <a:xfrm>
            <a:off x="1304980" y="691801"/>
            <a:ext cx="1253869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cxnSp>
        <p:nvCxnSpPr>
          <p:cNvPr id="176" name="直线连接符 175">
            <a:extLst>
              <a:ext uri="{FF2B5EF4-FFF2-40B4-BE49-F238E27FC236}">
                <a16:creationId xmlns:a16="http://schemas.microsoft.com/office/drawing/2014/main" id="{DDF8A8C3-24CB-E46F-1E1E-E3A610AD1D6E}"/>
              </a:ext>
            </a:extLst>
          </p:cNvPr>
          <p:cNvCxnSpPr>
            <a:cxnSpLocks/>
          </p:cNvCxnSpPr>
          <p:nvPr/>
        </p:nvCxnSpPr>
        <p:spPr>
          <a:xfrm>
            <a:off x="642459" y="2428603"/>
            <a:ext cx="9811867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7D67881A-BC3C-2D0E-841B-B823A7D5B1B1}"/>
              </a:ext>
            </a:extLst>
          </p:cNvPr>
          <p:cNvSpPr txBox="1"/>
          <p:nvPr/>
        </p:nvSpPr>
        <p:spPr>
          <a:xfrm>
            <a:off x="3979344" y="51590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867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A3B98-14C1-FAE3-581E-A9CD2C655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78D78E3-F403-E1BB-A96A-4A9164D6723C}"/>
              </a:ext>
            </a:extLst>
          </p:cNvPr>
          <p:cNvSpPr/>
          <p:nvPr/>
        </p:nvSpPr>
        <p:spPr>
          <a:xfrm>
            <a:off x="1473117" y="1689216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F634E11-8CE5-81DE-B14E-04FB84C13A15}"/>
              </a:ext>
            </a:extLst>
          </p:cNvPr>
          <p:cNvSpPr/>
          <p:nvPr/>
        </p:nvSpPr>
        <p:spPr>
          <a:xfrm>
            <a:off x="1179208" y="3671210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本地队列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6D8F302-81E5-8A46-6920-8806475EB5ED}"/>
              </a:ext>
            </a:extLst>
          </p:cNvPr>
          <p:cNvSpPr/>
          <p:nvPr/>
        </p:nvSpPr>
        <p:spPr>
          <a:xfrm>
            <a:off x="1179208" y="3026012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BF4DAB8D-C7A1-ECDA-EFD0-25812DD96A51}"/>
              </a:ext>
            </a:extLst>
          </p:cNvPr>
          <p:cNvCxnSpPr/>
          <p:nvPr/>
        </p:nvCxnSpPr>
        <p:spPr>
          <a:xfrm>
            <a:off x="746956" y="5041701"/>
            <a:ext cx="955560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967D9335-7189-E484-7042-3E33CBD54C0D}"/>
              </a:ext>
            </a:extLst>
          </p:cNvPr>
          <p:cNvSpPr/>
          <p:nvPr/>
        </p:nvSpPr>
        <p:spPr>
          <a:xfrm>
            <a:off x="8001963" y="2868883"/>
            <a:ext cx="1565075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远程队列端点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6EA4856-A484-0CF4-0D80-6D083DC2AEB8}"/>
              </a:ext>
            </a:extLst>
          </p:cNvPr>
          <p:cNvSpPr txBox="1"/>
          <p:nvPr/>
        </p:nvSpPr>
        <p:spPr>
          <a:xfrm>
            <a:off x="4612665" y="455497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434EA3C-E8AA-7D1B-64F7-1F93EF6B9951}"/>
              </a:ext>
            </a:extLst>
          </p:cNvPr>
          <p:cNvSpPr/>
          <p:nvPr/>
        </p:nvSpPr>
        <p:spPr>
          <a:xfrm>
            <a:off x="8001963" y="3545484"/>
            <a:ext cx="1565073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通知缓冲区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DB2E06FA-44E8-6A08-F861-1B8445650A9F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1931915" y="3026012"/>
            <a:ext cx="6070048" cy="116076"/>
          </a:xfrm>
          <a:prstGeom prst="curvedConnector4">
            <a:avLst>
              <a:gd name="adj1" fmla="val 43800"/>
              <a:gd name="adj2" fmla="val 2969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曲线连接符 99">
            <a:extLst>
              <a:ext uri="{FF2B5EF4-FFF2-40B4-BE49-F238E27FC236}">
                <a16:creationId xmlns:a16="http://schemas.microsoft.com/office/drawing/2014/main" id="{BD033165-506F-2231-C466-D8C8B9D8E5B9}"/>
              </a:ext>
            </a:extLst>
          </p:cNvPr>
          <p:cNvCxnSpPr>
            <a:cxnSpLocks/>
            <a:endCxn id="82" idx="1"/>
          </p:cNvCxnSpPr>
          <p:nvPr/>
        </p:nvCxnSpPr>
        <p:spPr>
          <a:xfrm flipV="1">
            <a:off x="5249256" y="3818689"/>
            <a:ext cx="2752707" cy="27320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C4C425-5DF9-49BB-18F1-1044420650A4}"/>
              </a:ext>
            </a:extLst>
          </p:cNvPr>
          <p:cNvSpPr txBox="1"/>
          <p:nvPr/>
        </p:nvSpPr>
        <p:spPr>
          <a:xfrm>
            <a:off x="5565480" y="405470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CC263FA6-DBED-5F08-3873-19903FDD5041}"/>
              </a:ext>
            </a:extLst>
          </p:cNvPr>
          <p:cNvSpPr txBox="1"/>
          <p:nvPr/>
        </p:nvSpPr>
        <p:spPr>
          <a:xfrm>
            <a:off x="1179208" y="2428603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6FB3FDE3-15AC-9A33-FE5A-E634F6AB269D}"/>
              </a:ext>
            </a:extLst>
          </p:cNvPr>
          <p:cNvSpPr txBox="1"/>
          <p:nvPr/>
        </p:nvSpPr>
        <p:spPr>
          <a:xfrm>
            <a:off x="5859641" y="2611567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962E4139-E778-C83A-C550-C8A2B0EA40C6}"/>
              </a:ext>
            </a:extLst>
          </p:cNvPr>
          <p:cNvCxnSpPr>
            <a:cxnSpLocks/>
          </p:cNvCxnSpPr>
          <p:nvPr/>
        </p:nvCxnSpPr>
        <p:spPr>
          <a:xfrm>
            <a:off x="7171052" y="1470581"/>
            <a:ext cx="0" cy="424206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6FD9C16C-DB92-9F55-04F1-FADC560954D3}"/>
              </a:ext>
            </a:extLst>
          </p:cNvPr>
          <p:cNvSpPr/>
          <p:nvPr/>
        </p:nvSpPr>
        <p:spPr>
          <a:xfrm>
            <a:off x="9072067" y="1690542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88170D64-A742-5F20-E76A-0AD20514CA5B}"/>
              </a:ext>
            </a:extLst>
          </p:cNvPr>
          <p:cNvCxnSpPr>
            <a:cxnSpLocks/>
            <a:stCxn id="121" idx="2"/>
            <a:endCxn id="72" idx="3"/>
          </p:cNvCxnSpPr>
          <p:nvPr/>
        </p:nvCxnSpPr>
        <p:spPr>
          <a:xfrm rot="5400000">
            <a:off x="9243338" y="2560652"/>
            <a:ext cx="905136" cy="25773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C21ACCC1-077A-310C-DF8D-C5DB288E2061}"/>
              </a:ext>
            </a:extLst>
          </p:cNvPr>
          <p:cNvCxnSpPr>
            <a:cxnSpLocks/>
          </p:cNvCxnSpPr>
          <p:nvPr/>
        </p:nvCxnSpPr>
        <p:spPr>
          <a:xfrm>
            <a:off x="4569059" y="4295768"/>
            <a:ext cx="0" cy="74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3E5A11EF-83B9-A246-98F2-54639F92CDBD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684622" y="3299217"/>
            <a:ext cx="1059220" cy="519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83CAFF3C-D2B9-E974-11DE-90CD6530FBD3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2684622" y="3944415"/>
            <a:ext cx="976100" cy="55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D0D5E551-7F60-5310-6166-5633738EB282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179209" y="1962421"/>
            <a:ext cx="293909" cy="1981994"/>
          </a:xfrm>
          <a:prstGeom prst="curvedConnector3">
            <a:avLst>
              <a:gd name="adj1" fmla="val 1777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688ECFD4-90E4-AD47-9431-BE65384F8FDB}"/>
              </a:ext>
            </a:extLst>
          </p:cNvPr>
          <p:cNvSpPr txBox="1"/>
          <p:nvPr/>
        </p:nvSpPr>
        <p:spPr>
          <a:xfrm>
            <a:off x="7393122" y="1743318"/>
            <a:ext cx="94609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1A2FBD7-73A8-D203-6B78-8AC801960215}"/>
              </a:ext>
            </a:extLst>
          </p:cNvPr>
          <p:cNvSpPr txBox="1"/>
          <p:nvPr/>
        </p:nvSpPr>
        <p:spPr>
          <a:xfrm>
            <a:off x="5665640" y="1747315"/>
            <a:ext cx="1253869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cxnSp>
        <p:nvCxnSpPr>
          <p:cNvPr id="176" name="直线连接符 175">
            <a:extLst>
              <a:ext uri="{FF2B5EF4-FFF2-40B4-BE49-F238E27FC236}">
                <a16:creationId xmlns:a16="http://schemas.microsoft.com/office/drawing/2014/main" id="{3125EB2B-4040-D53F-49A0-B719D1AC1D9B}"/>
              </a:ext>
            </a:extLst>
          </p:cNvPr>
          <p:cNvCxnSpPr>
            <a:cxnSpLocks/>
          </p:cNvCxnSpPr>
          <p:nvPr/>
        </p:nvCxnSpPr>
        <p:spPr>
          <a:xfrm>
            <a:off x="642459" y="2428603"/>
            <a:ext cx="9811867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6A411128-D214-340B-E0F1-F0A541E93457}"/>
              </a:ext>
            </a:extLst>
          </p:cNvPr>
          <p:cNvSpPr txBox="1"/>
          <p:nvPr/>
        </p:nvSpPr>
        <p:spPr>
          <a:xfrm>
            <a:off x="3979344" y="51590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CB566645-3444-E9A5-0081-BEA0E32E6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958" y="3623997"/>
            <a:ext cx="1344709" cy="77890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2641BD5-A436-59E6-5232-967912C24212}"/>
              </a:ext>
            </a:extLst>
          </p:cNvPr>
          <p:cNvSpPr txBox="1"/>
          <p:nvPr/>
        </p:nvSpPr>
        <p:spPr>
          <a:xfrm>
            <a:off x="3343086" y="3123016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优先级排序的待发送请求</a:t>
            </a:r>
            <a:endParaRPr lang="en-US" dirty="0"/>
          </a:p>
        </p:txBody>
      </p:sp>
      <p:cxnSp>
        <p:nvCxnSpPr>
          <p:cNvPr id="34" name="曲线连接符 33">
            <a:extLst>
              <a:ext uri="{FF2B5EF4-FFF2-40B4-BE49-F238E27FC236}">
                <a16:creationId xmlns:a16="http://schemas.microsoft.com/office/drawing/2014/main" id="{91866527-4C94-8A7E-BC67-8BB9436C566D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9567036" y="2274790"/>
            <a:ext cx="735529" cy="154389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曲线连接符 56">
            <a:extLst>
              <a:ext uri="{FF2B5EF4-FFF2-40B4-BE49-F238E27FC236}">
                <a16:creationId xmlns:a16="http://schemas.microsoft.com/office/drawing/2014/main" id="{BF5CE8F6-756C-D453-B7B7-817C61B7FD50}"/>
              </a:ext>
            </a:extLst>
          </p:cNvPr>
          <p:cNvCxnSpPr/>
          <p:nvPr/>
        </p:nvCxnSpPr>
        <p:spPr>
          <a:xfrm rot="10800000">
            <a:off x="3067868" y="1962421"/>
            <a:ext cx="2343119" cy="1981994"/>
          </a:xfrm>
          <a:prstGeom prst="curvedConnector3">
            <a:avLst>
              <a:gd name="adj1" fmla="val -2442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3CDE3B0-AAB2-03EE-487D-D247040C5AF0}"/>
              </a:ext>
            </a:extLst>
          </p:cNvPr>
          <p:cNvSpPr txBox="1"/>
          <p:nvPr/>
        </p:nvSpPr>
        <p:spPr>
          <a:xfrm>
            <a:off x="9695906" y="3783119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4E3FD0-5C51-5BFB-30CA-E6E51D66E2F0}"/>
              </a:ext>
            </a:extLst>
          </p:cNvPr>
          <p:cNvSpPr txBox="1"/>
          <p:nvPr/>
        </p:nvSpPr>
        <p:spPr>
          <a:xfrm>
            <a:off x="3394915" y="1596663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376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</TotalTime>
  <Words>202</Words>
  <Application>Microsoft Macintosh PowerPoint</Application>
  <PresentationFormat>宽屏</PresentationFormat>
  <Paragraphs>132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等线 Light</vt:lpstr>
      <vt:lpstr>Arial</vt:lpstr>
      <vt:lpstr>Courier New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Carter Hintons</dc:creator>
  <cp:lastModifiedBy>Carter Hintons</cp:lastModifiedBy>
  <cp:revision>65</cp:revision>
  <dcterms:created xsi:type="dcterms:W3CDTF">2025-12-23T05:13:05Z</dcterms:created>
  <dcterms:modified xsi:type="dcterms:W3CDTF">2025-12-24T04:44:41Z</dcterms:modified>
</cp:coreProperties>
</file>