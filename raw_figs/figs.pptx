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9" r:id="rId4"/>
    <p:sldId id="265" r:id="rId5"/>
    <p:sldId id="258" r:id="rId6"/>
    <p:sldId id="261" r:id="rId7"/>
    <p:sldId id="262" r:id="rId8"/>
    <p:sldId id="264" r:id="rId9"/>
    <p:sldId id="263" r:id="rId10"/>
    <p:sldId id="266" r:id="rId11"/>
    <p:sldId id="272" r:id="rId12"/>
    <p:sldId id="267" r:id="rId13"/>
    <p:sldId id="271" r:id="rId14"/>
    <p:sldId id="270" r:id="rId15"/>
    <p:sldId id="268" r:id="rId16"/>
    <p:sldId id="269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459"/>
  </p:normalViewPr>
  <p:slideViewPr>
    <p:cSldViewPr snapToGrid="0">
      <p:cViewPr>
        <p:scale>
          <a:sx n="200" d="100"/>
          <a:sy n="200" d="100"/>
        </p:scale>
        <p:origin x="-40" y="-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F8F32-E2FD-4BDF-4F7C-889480BCC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22E3E2-BE67-9BBA-ECB4-8ABF6FF8C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15DAD7-B70C-D1D8-EB06-6056EF4EF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874F2-2846-2AAB-3514-1F74E4B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86CD9-74E8-DDF0-C9F6-4C407853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4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D4845-2C0A-C2B3-8F3B-E23215DA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3D2B48-1C0F-5623-6315-70A141D11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54595-6F7B-AFA4-59B5-E0888128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4C467-5497-EDFC-8CC5-AFFC0D61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366FB-DA26-61FE-BF94-FE2B4A81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7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D0401-8748-47A0-108D-7434B751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2538-FFC2-EEA4-41A1-96AF8E77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D292B-A19C-6DFD-BD99-9DC04050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2A63B-029D-E6A9-EEAF-D66FB4D0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4831E2-854B-FBCC-8953-6AFCF88B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01556-87D1-5512-6BE0-2D7EB359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ECFD3-DEDF-7ED2-E84B-79AF71345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AC3CBC-122B-BCD8-06C1-C530F431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D1DDEE-DCAA-7216-7DDB-0A2EDBFD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39728D-FDD6-A644-E24A-2594B207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70164D-2AEF-05EE-3867-C027E149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7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0E387-CAA7-5214-600D-E9B4B08D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37BC12-3737-B944-19F6-0F144E1B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644083-4A37-EC2C-AB72-737EF748E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703D05-4AC3-D022-C636-2DCD1E118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1DE550-DADC-A046-F68F-03CC2B8D4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361138-6189-C3A0-AF47-FCEC845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C9281C-603B-0F2A-2FFE-0DBED3B0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CB7CDB-5F2A-8320-92DE-B1577F36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5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D1D4E-B02B-F8F4-B840-D7BBB910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5B8AE2-7950-20B4-994C-063EBDF8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0D8E35-3297-1838-EBA9-69C4A44C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9B423-E507-0A13-0AA5-1684B584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0B2C80-53A9-977A-49BD-0A637A3F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2D91D3-4228-823E-21EB-48D4B5F4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D97FAB-D046-F2CA-EC24-E880996E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1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C226A-BAF9-39C0-F793-6A17DFFB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AAA61-573B-80D3-9D7F-AFD64502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A88F8F-747B-B78A-F7F2-1698DF9B2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7D967-30CA-9788-AD6A-0C32A314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64C48A-E74E-674E-08B1-9D90AC56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AD5E6-553F-A5BF-F331-EBF6415C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27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3EE42-2C13-45F0-7144-67808F3B4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56797A-05F4-4203-F374-77B9C146C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FC1E96-AA97-AFA1-B220-CFBA207A9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5A67E1-1024-F22F-B107-6CAAF405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BACDD2-FA85-AEA8-4564-10DAFBDD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4713F1-1DB6-7B0D-2976-4323AD2F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9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0AACB-7DD5-54A0-F435-820A6370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2E6334-532E-241F-B1F7-237B8D1AF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AE6843-525A-E1FE-DFC9-DF1B3AEF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B7A20-CF3D-D03F-7A26-2BE29D38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12E382-BF9F-CC61-45B0-4B56B5FE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8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65D715-2C76-22A7-198E-CF17D9D8C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FC2A05-A826-470D-C1DD-FED0C734E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6EFEC-3265-51B8-06A8-13B6BC90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4702C0-328B-660F-F366-7813EE57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E6F7F-CB64-F042-94B0-DDEDBED1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9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52E4D1-F4FD-9EA9-F638-FDD32F03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FB825-330F-02F3-471E-D0162C52D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C1AD74-7EC3-8292-9B7B-A1F4F090A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91767-9AD6-9945-9696-D8DEDE2548E5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C55432-4E19-CDAB-9068-F3FEAA600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1514E-566D-FFFE-B6DB-0B01A0D22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2AFE1-978E-DC42-8080-070F0FD7E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2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E795060-16B8-618C-AF56-E312952559B8}"/>
              </a:ext>
            </a:extLst>
          </p:cNvPr>
          <p:cNvSpPr/>
          <p:nvPr/>
        </p:nvSpPr>
        <p:spPr>
          <a:xfrm>
            <a:off x="7678883" y="2317922"/>
            <a:ext cx="3865418" cy="16313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43B80D-D027-C2E2-BD3F-F6F8988888D8}"/>
              </a:ext>
            </a:extLst>
          </p:cNvPr>
          <p:cNvSpPr/>
          <p:nvPr/>
        </p:nvSpPr>
        <p:spPr>
          <a:xfrm>
            <a:off x="7675417" y="1439888"/>
            <a:ext cx="3865418" cy="737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应用接口层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5642D4-5A40-AF93-B6B5-AA1961C5F5ED}"/>
              </a:ext>
            </a:extLst>
          </p:cNvPr>
          <p:cNvSpPr/>
          <p:nvPr/>
        </p:nvSpPr>
        <p:spPr>
          <a:xfrm>
            <a:off x="8009659" y="2982942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RDMA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83397E-4529-418A-8F3F-B53BB0901D4B}"/>
              </a:ext>
            </a:extLst>
          </p:cNvPr>
          <p:cNvSpPr/>
          <p:nvPr/>
        </p:nvSpPr>
        <p:spPr>
          <a:xfrm>
            <a:off x="9182097" y="2982941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NVLink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106154-ACA6-ECBA-3D8C-8C715CFA0F97}"/>
              </a:ext>
            </a:extLst>
          </p:cNvPr>
          <p:cNvSpPr/>
          <p:nvPr/>
        </p:nvSpPr>
        <p:spPr>
          <a:xfrm>
            <a:off x="10354535" y="2982940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FD4F12-2291-E3FC-FA19-811DDF33183A}"/>
              </a:ext>
            </a:extLst>
          </p:cNvPr>
          <p:cNvSpPr/>
          <p:nvPr/>
        </p:nvSpPr>
        <p:spPr>
          <a:xfrm>
            <a:off x="7675417" y="4089574"/>
            <a:ext cx="3865419" cy="737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运行时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曲线连接符 13">
            <a:extLst>
              <a:ext uri="{FF2B5EF4-FFF2-40B4-BE49-F238E27FC236}">
                <a16:creationId xmlns:a16="http://schemas.microsoft.com/office/drawing/2014/main" id="{7B0B5CB5-DF60-4E93-F5C4-21675F17EE1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8624453" y="1999268"/>
            <a:ext cx="805299" cy="1162049"/>
          </a:xfrm>
          <a:prstGeom prst="curvedConnector3">
            <a:avLst>
              <a:gd name="adj1" fmla="val 680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2427CF34-AD45-EEA9-5416-DD08CE88F8C2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9796891" y="1988877"/>
            <a:ext cx="805297" cy="1182827"/>
          </a:xfrm>
          <a:prstGeom prst="curvedConnector3">
            <a:avLst>
              <a:gd name="adj1" fmla="val 616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>
            <a:extLst>
              <a:ext uri="{FF2B5EF4-FFF2-40B4-BE49-F238E27FC236}">
                <a16:creationId xmlns:a16="http://schemas.microsoft.com/office/drawing/2014/main" id="{7A5BE9E1-A359-4339-D3F1-CC392EAFC27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9210671" y="2575097"/>
            <a:ext cx="805298" cy="10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F7F6466-4495-F51F-5DAC-8837B41A6425}"/>
              </a:ext>
            </a:extLst>
          </p:cNvPr>
          <p:cNvSpPr txBox="1"/>
          <p:nvPr/>
        </p:nvSpPr>
        <p:spPr>
          <a:xfrm>
            <a:off x="9066951" y="2460175"/>
            <a:ext cx="1082348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链路执行层</a:t>
            </a:r>
            <a:endParaRPr lang="en-US" sz="1400" dirty="0"/>
          </a:p>
        </p:txBody>
      </p: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BB371541-A9F0-8EEA-82EC-01743ADF5E8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8842664" y="3324110"/>
            <a:ext cx="368877" cy="11620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>
            <a:extLst>
              <a:ext uri="{FF2B5EF4-FFF2-40B4-BE49-F238E27FC236}">
                <a16:creationId xmlns:a16="http://schemas.microsoft.com/office/drawing/2014/main" id="{AD99D089-CC96-8EF4-FE60-2F5A3021447B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5400000">
            <a:off x="9428882" y="3899941"/>
            <a:ext cx="368878" cy="1038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>
            <a:extLst>
              <a:ext uri="{FF2B5EF4-FFF2-40B4-BE49-F238E27FC236}">
                <a16:creationId xmlns:a16="http://schemas.microsoft.com/office/drawing/2014/main" id="{D0AF6094-B4EA-5E9D-04DB-BE760F3297F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10015101" y="3313721"/>
            <a:ext cx="368879" cy="11828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9F5AAA4-A34F-9EBF-6828-958932D8A17B}"/>
              </a:ext>
            </a:extLst>
          </p:cNvPr>
          <p:cNvSpPr/>
          <p:nvPr/>
        </p:nvSpPr>
        <p:spPr>
          <a:xfrm>
            <a:off x="741211" y="1021437"/>
            <a:ext cx="677146" cy="3835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79BD63-4002-4E5C-8B9C-2C28ACB380F5}"/>
              </a:ext>
            </a:extLst>
          </p:cNvPr>
          <p:cNvSpPr/>
          <p:nvPr/>
        </p:nvSpPr>
        <p:spPr>
          <a:xfrm>
            <a:off x="741211" y="791107"/>
            <a:ext cx="677146" cy="230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25E027-A855-A452-8FFA-395964893B46}"/>
              </a:ext>
            </a:extLst>
          </p:cNvPr>
          <p:cNvSpPr/>
          <p:nvPr/>
        </p:nvSpPr>
        <p:spPr>
          <a:xfrm>
            <a:off x="741211" y="1405034"/>
            <a:ext cx="677146" cy="2389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0DE7E41B-DDC8-4170-1C69-252A8CA4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1" y="2177643"/>
            <a:ext cx="677146" cy="822732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2171FE0-C07E-8010-7C63-82C9302C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059" y="3700402"/>
            <a:ext cx="677146" cy="82273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E8D1F21B-F8CC-CF84-50E0-3B2484BA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059" y="2177643"/>
            <a:ext cx="677146" cy="822732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955FC08-6887-DFAD-AE70-F40A5BB11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1" y="3700402"/>
            <a:ext cx="677146" cy="822732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88896C00-9D9F-EA96-9D2D-4A1CD6787427}"/>
              </a:ext>
            </a:extLst>
          </p:cNvPr>
          <p:cNvSpPr/>
          <p:nvPr/>
        </p:nvSpPr>
        <p:spPr>
          <a:xfrm>
            <a:off x="7675416" y="561854"/>
            <a:ext cx="3865418" cy="7377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用户代码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74670A5-5471-F8D8-AB3D-3B2A8E6C6132}"/>
              </a:ext>
            </a:extLst>
          </p:cNvPr>
          <p:cNvSpPr/>
          <p:nvPr/>
        </p:nvSpPr>
        <p:spPr>
          <a:xfrm>
            <a:off x="4336497" y="827256"/>
            <a:ext cx="792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96996A64-BDC8-C3BA-176D-E286ACDF2B35}"/>
              </a:ext>
            </a:extLst>
          </p:cNvPr>
          <p:cNvCxnSpPr/>
          <p:nvPr/>
        </p:nvCxnSpPr>
        <p:spPr>
          <a:xfrm>
            <a:off x="4523232" y="635457"/>
            <a:ext cx="0" cy="1173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490BCBD-4EEB-48F1-EB1B-08BC98733473}"/>
              </a:ext>
            </a:extLst>
          </p:cNvPr>
          <p:cNvCxnSpPr/>
          <p:nvPr/>
        </p:nvCxnSpPr>
        <p:spPr>
          <a:xfrm>
            <a:off x="4663440" y="647099"/>
            <a:ext cx="0" cy="1173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94E41EB5-29D4-6EB1-EBCB-045E017C17AB}"/>
              </a:ext>
            </a:extLst>
          </p:cNvPr>
          <p:cNvCxnSpPr/>
          <p:nvPr/>
        </p:nvCxnSpPr>
        <p:spPr>
          <a:xfrm>
            <a:off x="4805680" y="647099"/>
            <a:ext cx="0" cy="1173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E3BB404B-62B1-E656-7A4D-E19168A541DE}"/>
              </a:ext>
            </a:extLst>
          </p:cNvPr>
          <p:cNvCxnSpPr/>
          <p:nvPr/>
        </p:nvCxnSpPr>
        <p:spPr>
          <a:xfrm>
            <a:off x="4951984" y="647099"/>
            <a:ext cx="0" cy="1173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20EE4F51-12BA-D25E-B372-322857CB848C}"/>
              </a:ext>
            </a:extLst>
          </p:cNvPr>
          <p:cNvCxnSpPr>
            <a:cxnSpLocks/>
          </p:cNvCxnSpPr>
          <p:nvPr/>
        </p:nvCxnSpPr>
        <p:spPr>
          <a:xfrm>
            <a:off x="4141216" y="995680"/>
            <a:ext cx="1178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0A283D89-38E6-6491-DAD3-36F7DAAA09C1}"/>
              </a:ext>
            </a:extLst>
          </p:cNvPr>
          <p:cNvCxnSpPr>
            <a:cxnSpLocks/>
          </p:cNvCxnSpPr>
          <p:nvPr/>
        </p:nvCxnSpPr>
        <p:spPr>
          <a:xfrm>
            <a:off x="4141216" y="1148080"/>
            <a:ext cx="11785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ACAFD849-8B2D-0F40-91E9-D88F0C1507BE}"/>
              </a:ext>
            </a:extLst>
          </p:cNvPr>
          <p:cNvCxnSpPr>
            <a:cxnSpLocks/>
          </p:cNvCxnSpPr>
          <p:nvPr/>
        </p:nvCxnSpPr>
        <p:spPr>
          <a:xfrm>
            <a:off x="4141425" y="1299609"/>
            <a:ext cx="117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311C2CD2-6CE6-43D6-4B69-278811E57753}"/>
              </a:ext>
            </a:extLst>
          </p:cNvPr>
          <p:cNvCxnSpPr>
            <a:cxnSpLocks/>
          </p:cNvCxnSpPr>
          <p:nvPr/>
        </p:nvCxnSpPr>
        <p:spPr>
          <a:xfrm>
            <a:off x="4141216" y="1439888"/>
            <a:ext cx="117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AE961E97-5B3C-AE72-DB87-9434218A3F98}"/>
              </a:ext>
            </a:extLst>
          </p:cNvPr>
          <p:cNvSpPr/>
          <p:nvPr/>
        </p:nvSpPr>
        <p:spPr>
          <a:xfrm>
            <a:off x="4419444" y="906272"/>
            <a:ext cx="628043" cy="6446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42E75CDC-D85E-E48D-125B-F52B670E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91" y="129391"/>
            <a:ext cx="702731" cy="661716"/>
          </a:xfrm>
          <a:prstGeom prst="rect">
            <a:avLst/>
          </a:prstGeom>
        </p:spPr>
      </p:pic>
      <p:sp>
        <p:nvSpPr>
          <p:cNvPr id="75" name="矩形 74">
            <a:extLst>
              <a:ext uri="{FF2B5EF4-FFF2-40B4-BE49-F238E27FC236}">
                <a16:creationId xmlns:a16="http://schemas.microsoft.com/office/drawing/2014/main" id="{9FF192EA-F704-0F0D-7AAE-200FA63937FD}"/>
              </a:ext>
            </a:extLst>
          </p:cNvPr>
          <p:cNvSpPr/>
          <p:nvPr/>
        </p:nvSpPr>
        <p:spPr>
          <a:xfrm>
            <a:off x="741211" y="590550"/>
            <a:ext cx="677146" cy="20055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8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72D5-F635-C38B-9989-CFFC45D6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>
            <a:extLst>
              <a:ext uri="{FF2B5EF4-FFF2-40B4-BE49-F238E27FC236}">
                <a16:creationId xmlns:a16="http://schemas.microsoft.com/office/drawing/2014/main" id="{9CD14BFD-2F68-A5AE-BBBE-58084A0C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74" y="785930"/>
            <a:ext cx="1462115" cy="13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9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0BCD-C020-B543-6D3C-7E1D0675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72AF81F-D76C-AF85-B9DA-831539464A17}"/>
              </a:ext>
            </a:extLst>
          </p:cNvPr>
          <p:cNvSpPr/>
          <p:nvPr/>
        </p:nvSpPr>
        <p:spPr>
          <a:xfrm>
            <a:off x="4705046" y="2712044"/>
            <a:ext cx="3865418" cy="16313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FB42A0-E5BF-589C-E793-B07A24EC947A}"/>
              </a:ext>
            </a:extLst>
          </p:cNvPr>
          <p:cNvSpPr/>
          <p:nvPr/>
        </p:nvSpPr>
        <p:spPr>
          <a:xfrm>
            <a:off x="4701580" y="1834010"/>
            <a:ext cx="3865418" cy="737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应用接口层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357235-D0CB-0058-F3EB-C25984329204}"/>
              </a:ext>
            </a:extLst>
          </p:cNvPr>
          <p:cNvSpPr/>
          <p:nvPr/>
        </p:nvSpPr>
        <p:spPr>
          <a:xfrm>
            <a:off x="5035822" y="3377064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RDMA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07203C-E1D9-F777-C57D-2014EE637EFA}"/>
              </a:ext>
            </a:extLst>
          </p:cNvPr>
          <p:cNvSpPr/>
          <p:nvPr/>
        </p:nvSpPr>
        <p:spPr>
          <a:xfrm>
            <a:off x="6208260" y="3377063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NVLink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EF1044-2EEF-FDC4-45AF-860A10AA08FB}"/>
              </a:ext>
            </a:extLst>
          </p:cNvPr>
          <p:cNvSpPr/>
          <p:nvPr/>
        </p:nvSpPr>
        <p:spPr>
          <a:xfrm>
            <a:off x="7380698" y="3377062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B0DF98-390D-EF9A-F4BC-6ABD898EC0AF}"/>
              </a:ext>
            </a:extLst>
          </p:cNvPr>
          <p:cNvSpPr/>
          <p:nvPr/>
        </p:nvSpPr>
        <p:spPr>
          <a:xfrm>
            <a:off x="4701580" y="4483696"/>
            <a:ext cx="3865419" cy="737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运行时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曲线连接符 13">
            <a:extLst>
              <a:ext uri="{FF2B5EF4-FFF2-40B4-BE49-F238E27FC236}">
                <a16:creationId xmlns:a16="http://schemas.microsoft.com/office/drawing/2014/main" id="{B55B8A02-686B-38D6-D3E7-09112E6B1BD3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5650616" y="2393390"/>
            <a:ext cx="805299" cy="1162049"/>
          </a:xfrm>
          <a:prstGeom prst="curvedConnector3">
            <a:avLst>
              <a:gd name="adj1" fmla="val 680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>
            <a:extLst>
              <a:ext uri="{FF2B5EF4-FFF2-40B4-BE49-F238E27FC236}">
                <a16:creationId xmlns:a16="http://schemas.microsoft.com/office/drawing/2014/main" id="{EF838A79-53B8-D47A-8D34-AFA9AD35E84A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6823054" y="2382999"/>
            <a:ext cx="805297" cy="1182827"/>
          </a:xfrm>
          <a:prstGeom prst="curvedConnector3">
            <a:avLst>
              <a:gd name="adj1" fmla="val 616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>
            <a:extLst>
              <a:ext uri="{FF2B5EF4-FFF2-40B4-BE49-F238E27FC236}">
                <a16:creationId xmlns:a16="http://schemas.microsoft.com/office/drawing/2014/main" id="{C6255764-DEFA-FCF4-C596-438ACADD0BC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6236834" y="2969219"/>
            <a:ext cx="805298" cy="10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12D94C5-21B1-723B-ADC6-D9546A51BF75}"/>
              </a:ext>
            </a:extLst>
          </p:cNvPr>
          <p:cNvSpPr txBox="1"/>
          <p:nvPr/>
        </p:nvSpPr>
        <p:spPr>
          <a:xfrm>
            <a:off x="6093114" y="2854297"/>
            <a:ext cx="1082348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链路执行层</a:t>
            </a:r>
            <a:endParaRPr lang="en-US" sz="1400" dirty="0"/>
          </a:p>
        </p:txBody>
      </p: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AD5812F3-B20A-0F24-AFFA-3497AF1D9204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868827" y="3718232"/>
            <a:ext cx="368877" cy="11620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>
            <a:extLst>
              <a:ext uri="{FF2B5EF4-FFF2-40B4-BE49-F238E27FC236}">
                <a16:creationId xmlns:a16="http://schemas.microsoft.com/office/drawing/2014/main" id="{6B55F2CD-0F4E-D237-5E47-59E5C0ECC95F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5400000">
            <a:off x="6455045" y="4294063"/>
            <a:ext cx="368878" cy="1038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>
            <a:extLst>
              <a:ext uri="{FF2B5EF4-FFF2-40B4-BE49-F238E27FC236}">
                <a16:creationId xmlns:a16="http://schemas.microsoft.com/office/drawing/2014/main" id="{796E3EA7-1367-54FB-920E-2AB04333C874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7041264" y="3707843"/>
            <a:ext cx="368879" cy="11828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D28EDE31-24AC-5888-747F-3A30058770FA}"/>
              </a:ext>
            </a:extLst>
          </p:cNvPr>
          <p:cNvSpPr/>
          <p:nvPr/>
        </p:nvSpPr>
        <p:spPr>
          <a:xfrm>
            <a:off x="4701579" y="955976"/>
            <a:ext cx="3865418" cy="7377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用户代码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558EF785-5B07-F02F-B887-A0DF31B22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648" y="124885"/>
            <a:ext cx="882604" cy="831091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237D69C-D1C3-65CB-DA33-3F08BD1B2CDE}"/>
              </a:ext>
            </a:extLst>
          </p:cNvPr>
          <p:cNvCxnSpPr>
            <a:cxnSpLocks/>
          </p:cNvCxnSpPr>
          <p:nvPr/>
        </p:nvCxnSpPr>
        <p:spPr>
          <a:xfrm>
            <a:off x="2558691" y="1085204"/>
            <a:ext cx="0" cy="4227809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E69D99B-85C2-01CC-A2EA-C9D150F9B4D6}"/>
              </a:ext>
            </a:extLst>
          </p:cNvPr>
          <p:cNvCxnSpPr>
            <a:cxnSpLocks/>
          </p:cNvCxnSpPr>
          <p:nvPr/>
        </p:nvCxnSpPr>
        <p:spPr>
          <a:xfrm>
            <a:off x="1957725" y="2712044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77D6042-7D27-2C5F-B55B-E6C28A8833F2}"/>
              </a:ext>
            </a:extLst>
          </p:cNvPr>
          <p:cNvCxnSpPr>
            <a:cxnSpLocks/>
          </p:cNvCxnSpPr>
          <p:nvPr/>
        </p:nvCxnSpPr>
        <p:spPr>
          <a:xfrm>
            <a:off x="2558691" y="1923812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B5203DD2-F751-8028-CBE0-5F4E3795C792}"/>
              </a:ext>
            </a:extLst>
          </p:cNvPr>
          <p:cNvCxnSpPr>
            <a:cxnSpLocks/>
          </p:cNvCxnSpPr>
          <p:nvPr/>
        </p:nvCxnSpPr>
        <p:spPr>
          <a:xfrm>
            <a:off x="2558691" y="3625195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9BB1431A-260A-F9C3-3980-FDCBBA1A004A}"/>
              </a:ext>
            </a:extLst>
          </p:cNvPr>
          <p:cNvCxnSpPr>
            <a:cxnSpLocks/>
          </p:cNvCxnSpPr>
          <p:nvPr/>
        </p:nvCxnSpPr>
        <p:spPr>
          <a:xfrm>
            <a:off x="1957725" y="4442803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1BD83F2E-3440-A252-F51E-9CA2BE204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657" y="1487742"/>
            <a:ext cx="530920" cy="77642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D05D914-C8DB-9684-218D-0741140EB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589" y="3202259"/>
            <a:ext cx="530920" cy="77642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D68C229-780B-A715-95EA-4E6FBE11C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782" y="2282237"/>
            <a:ext cx="530920" cy="77642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16D4D8F-7AF7-FB87-C68B-B3FE838E6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714" y="3996754"/>
            <a:ext cx="530920" cy="776421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C6FCC49-172F-4CB4-C12B-D0EA8A928E63}"/>
              </a:ext>
            </a:extLst>
          </p:cNvPr>
          <p:cNvSpPr txBox="1"/>
          <p:nvPr/>
        </p:nvSpPr>
        <p:spPr>
          <a:xfrm>
            <a:off x="1403727" y="1089347"/>
            <a:ext cx="1107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</a:t>
            </a:r>
          </a:p>
          <a:p>
            <a:pPr algn="ctr"/>
            <a:r>
              <a:rPr lang="en-US" dirty="0" err="1"/>
              <a:t>高速互联</a:t>
            </a:r>
            <a:endParaRPr lang="en-US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F6A8FE92-88D5-11F7-382D-6D19401D8AE2}"/>
              </a:ext>
            </a:extLst>
          </p:cNvPr>
          <p:cNvCxnSpPr/>
          <p:nvPr/>
        </p:nvCxnSpPr>
        <p:spPr>
          <a:xfrm flipV="1">
            <a:off x="3745185" y="1396822"/>
            <a:ext cx="699247" cy="1714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7144BED6-1C59-0873-9EB5-F4340FAE6CC9}"/>
              </a:ext>
            </a:extLst>
          </p:cNvPr>
          <p:cNvCxnSpPr/>
          <p:nvPr/>
        </p:nvCxnSpPr>
        <p:spPr>
          <a:xfrm>
            <a:off x="3690509" y="3996754"/>
            <a:ext cx="845632" cy="1157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5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26FD-DC07-F5EE-5A1A-F7A7A0E1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3B4C2AC-8E25-C8D7-8667-F2457B9E8333}"/>
              </a:ext>
            </a:extLst>
          </p:cNvPr>
          <p:cNvSpPr/>
          <p:nvPr/>
        </p:nvSpPr>
        <p:spPr>
          <a:xfrm>
            <a:off x="3520961" y="3335653"/>
            <a:ext cx="3865418" cy="8200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链路执行层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6B1FED-DDEB-D492-73EE-5E6510D91CFF}"/>
              </a:ext>
            </a:extLst>
          </p:cNvPr>
          <p:cNvSpPr/>
          <p:nvPr/>
        </p:nvSpPr>
        <p:spPr>
          <a:xfrm>
            <a:off x="3520961" y="2320416"/>
            <a:ext cx="3865418" cy="737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应用接口层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A0FAE9-A62E-0744-9932-C27C5A0FF21F}"/>
              </a:ext>
            </a:extLst>
          </p:cNvPr>
          <p:cNvSpPr/>
          <p:nvPr/>
        </p:nvSpPr>
        <p:spPr>
          <a:xfrm>
            <a:off x="9308336" y="3060122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RDMA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4DA9E4-7688-8C1F-30D1-3BF42F2FAAC4}"/>
              </a:ext>
            </a:extLst>
          </p:cNvPr>
          <p:cNvSpPr/>
          <p:nvPr/>
        </p:nvSpPr>
        <p:spPr>
          <a:xfrm>
            <a:off x="8279088" y="3634270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NVLink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E4438B-E1B4-FB89-3298-ABA172D8CF1A}"/>
              </a:ext>
            </a:extLst>
          </p:cNvPr>
          <p:cNvSpPr/>
          <p:nvPr/>
        </p:nvSpPr>
        <p:spPr>
          <a:xfrm>
            <a:off x="10377509" y="3532596"/>
            <a:ext cx="872836" cy="737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816450-C96D-DF0C-4B83-A7D4FC429EA2}"/>
              </a:ext>
            </a:extLst>
          </p:cNvPr>
          <p:cNvSpPr/>
          <p:nvPr/>
        </p:nvSpPr>
        <p:spPr>
          <a:xfrm>
            <a:off x="3520962" y="4425823"/>
            <a:ext cx="3865419" cy="737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运行时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5E5898-3818-36D2-C211-4C2893EF851A}"/>
              </a:ext>
            </a:extLst>
          </p:cNvPr>
          <p:cNvSpPr/>
          <p:nvPr/>
        </p:nvSpPr>
        <p:spPr>
          <a:xfrm>
            <a:off x="3520961" y="1271170"/>
            <a:ext cx="3865418" cy="7377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用户代码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24412659-B9C8-892F-B41B-58DFBDD369DA}"/>
              </a:ext>
            </a:extLst>
          </p:cNvPr>
          <p:cNvCxnSpPr>
            <a:cxnSpLocks/>
          </p:cNvCxnSpPr>
          <p:nvPr/>
        </p:nvCxnSpPr>
        <p:spPr>
          <a:xfrm>
            <a:off x="1378073" y="1027331"/>
            <a:ext cx="0" cy="4227809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2D79477D-F339-6A31-B110-558F375B51CF}"/>
              </a:ext>
            </a:extLst>
          </p:cNvPr>
          <p:cNvCxnSpPr>
            <a:cxnSpLocks/>
          </p:cNvCxnSpPr>
          <p:nvPr/>
        </p:nvCxnSpPr>
        <p:spPr>
          <a:xfrm>
            <a:off x="777107" y="2654171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1A0A5CB4-569A-4974-0BA4-79375F50940B}"/>
              </a:ext>
            </a:extLst>
          </p:cNvPr>
          <p:cNvCxnSpPr>
            <a:cxnSpLocks/>
          </p:cNvCxnSpPr>
          <p:nvPr/>
        </p:nvCxnSpPr>
        <p:spPr>
          <a:xfrm>
            <a:off x="1378073" y="1865939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8E878B9A-E957-AB0B-B097-CE4B0FFFC08A}"/>
              </a:ext>
            </a:extLst>
          </p:cNvPr>
          <p:cNvCxnSpPr>
            <a:cxnSpLocks/>
          </p:cNvCxnSpPr>
          <p:nvPr/>
        </p:nvCxnSpPr>
        <p:spPr>
          <a:xfrm>
            <a:off x="1378073" y="3567322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96060DDA-33A5-92B3-D1A1-0A6D79042783}"/>
              </a:ext>
            </a:extLst>
          </p:cNvPr>
          <p:cNvCxnSpPr>
            <a:cxnSpLocks/>
          </p:cNvCxnSpPr>
          <p:nvPr/>
        </p:nvCxnSpPr>
        <p:spPr>
          <a:xfrm>
            <a:off x="777107" y="4384930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411D821A-E2BB-F9C9-DE5E-C1DD7031E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39" y="1429869"/>
            <a:ext cx="530920" cy="77642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CC862D8-F368-9F08-F0AB-471DE6E5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71" y="3144386"/>
            <a:ext cx="530920" cy="77642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9CF0E46-E34B-C608-34CA-2CC912001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64" y="2224364"/>
            <a:ext cx="530920" cy="77642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C236647B-9037-0754-87C0-0C0C823AE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6" y="3938881"/>
            <a:ext cx="530920" cy="776421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E4501B8D-8F92-293E-C3EA-235258C8FCEE}"/>
              </a:ext>
            </a:extLst>
          </p:cNvPr>
          <p:cNvSpPr txBox="1"/>
          <p:nvPr/>
        </p:nvSpPr>
        <p:spPr>
          <a:xfrm>
            <a:off x="223109" y="1031474"/>
            <a:ext cx="110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GPU</a:t>
            </a:r>
          </a:p>
          <a:p>
            <a:pPr algn="ctr"/>
            <a:r>
              <a:rPr lang="en-US" sz="1600" dirty="0" err="1"/>
              <a:t>高速互联</a:t>
            </a:r>
            <a:endParaRPr lang="en-US" sz="1600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A14FE0C5-69F0-4DC0-E170-57A511B6150D}"/>
              </a:ext>
            </a:extLst>
          </p:cNvPr>
          <p:cNvCxnSpPr/>
          <p:nvPr/>
        </p:nvCxnSpPr>
        <p:spPr>
          <a:xfrm flipV="1">
            <a:off x="2564567" y="1338949"/>
            <a:ext cx="699247" cy="1714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2FFB70D2-649E-73D1-60B9-AAB30556F359}"/>
              </a:ext>
            </a:extLst>
          </p:cNvPr>
          <p:cNvCxnSpPr/>
          <p:nvPr/>
        </p:nvCxnSpPr>
        <p:spPr>
          <a:xfrm>
            <a:off x="2509891" y="3938881"/>
            <a:ext cx="845632" cy="1157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F801E70-79A1-E350-199B-752729794858}"/>
              </a:ext>
            </a:extLst>
          </p:cNvPr>
          <p:cNvSpPr txBox="1"/>
          <p:nvPr/>
        </p:nvSpPr>
        <p:spPr>
          <a:xfrm>
            <a:off x="7704435" y="2368743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send(...)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5BB2420B-73EB-6E91-6711-16D902CBF594}"/>
              </a:ext>
            </a:extLst>
          </p:cNvPr>
          <p:cNvSpPr/>
          <p:nvPr/>
        </p:nvSpPr>
        <p:spPr>
          <a:xfrm>
            <a:off x="7684873" y="4812786"/>
            <a:ext cx="345958" cy="771896"/>
          </a:xfrm>
          <a:custGeom>
            <a:avLst/>
            <a:gdLst>
              <a:gd name="csX0" fmla="*/ 226453 w 345958"/>
              <a:gd name="csY0" fmla="*/ 0 h 771896"/>
              <a:gd name="csX1" fmla="*/ 822 w 345958"/>
              <a:gd name="csY1" fmla="*/ 225632 h 771896"/>
              <a:gd name="csX2" fmla="*/ 297705 w 345958"/>
              <a:gd name="csY2" fmla="*/ 320634 h 771896"/>
              <a:gd name="csX3" fmla="*/ 24573 w 345958"/>
              <a:gd name="csY3" fmla="*/ 522515 h 771896"/>
              <a:gd name="csX4" fmla="*/ 345206 w 345958"/>
              <a:gd name="csY4" fmla="*/ 522515 h 771896"/>
              <a:gd name="csX5" fmla="*/ 95825 w 345958"/>
              <a:gd name="csY5" fmla="*/ 771896 h 771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5958" h="771896">
                <a:moveTo>
                  <a:pt x="226453" y="0"/>
                </a:moveTo>
                <a:cubicBezTo>
                  <a:pt x="107700" y="86096"/>
                  <a:pt x="-11053" y="172193"/>
                  <a:pt x="822" y="225632"/>
                </a:cubicBezTo>
                <a:cubicBezTo>
                  <a:pt x="12697" y="279071"/>
                  <a:pt x="293747" y="271154"/>
                  <a:pt x="297705" y="320634"/>
                </a:cubicBezTo>
                <a:cubicBezTo>
                  <a:pt x="301663" y="370114"/>
                  <a:pt x="16656" y="488868"/>
                  <a:pt x="24573" y="522515"/>
                </a:cubicBezTo>
                <a:cubicBezTo>
                  <a:pt x="32490" y="556162"/>
                  <a:pt x="333331" y="480952"/>
                  <a:pt x="345206" y="522515"/>
                </a:cubicBezTo>
                <a:cubicBezTo>
                  <a:pt x="357081" y="564079"/>
                  <a:pt x="226453" y="667987"/>
                  <a:pt x="95825" y="77189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C78968CB-BAE8-0505-DB8E-B46084CE7E9B}"/>
              </a:ext>
            </a:extLst>
          </p:cNvPr>
          <p:cNvSpPr/>
          <p:nvPr/>
        </p:nvSpPr>
        <p:spPr>
          <a:xfrm>
            <a:off x="8279088" y="4811317"/>
            <a:ext cx="345958" cy="771896"/>
          </a:xfrm>
          <a:custGeom>
            <a:avLst/>
            <a:gdLst>
              <a:gd name="csX0" fmla="*/ 226453 w 345958"/>
              <a:gd name="csY0" fmla="*/ 0 h 771896"/>
              <a:gd name="csX1" fmla="*/ 822 w 345958"/>
              <a:gd name="csY1" fmla="*/ 225632 h 771896"/>
              <a:gd name="csX2" fmla="*/ 297705 w 345958"/>
              <a:gd name="csY2" fmla="*/ 320634 h 771896"/>
              <a:gd name="csX3" fmla="*/ 24573 w 345958"/>
              <a:gd name="csY3" fmla="*/ 522515 h 771896"/>
              <a:gd name="csX4" fmla="*/ 345206 w 345958"/>
              <a:gd name="csY4" fmla="*/ 522515 h 771896"/>
              <a:gd name="csX5" fmla="*/ 95825 w 345958"/>
              <a:gd name="csY5" fmla="*/ 771896 h 771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5958" h="771896">
                <a:moveTo>
                  <a:pt x="226453" y="0"/>
                </a:moveTo>
                <a:cubicBezTo>
                  <a:pt x="107700" y="86096"/>
                  <a:pt x="-11053" y="172193"/>
                  <a:pt x="822" y="225632"/>
                </a:cubicBezTo>
                <a:cubicBezTo>
                  <a:pt x="12697" y="279071"/>
                  <a:pt x="293747" y="271154"/>
                  <a:pt x="297705" y="320634"/>
                </a:cubicBezTo>
                <a:cubicBezTo>
                  <a:pt x="301663" y="370114"/>
                  <a:pt x="16656" y="488868"/>
                  <a:pt x="24573" y="522515"/>
                </a:cubicBezTo>
                <a:cubicBezTo>
                  <a:pt x="32490" y="556162"/>
                  <a:pt x="333331" y="480952"/>
                  <a:pt x="345206" y="522515"/>
                </a:cubicBezTo>
                <a:cubicBezTo>
                  <a:pt x="357081" y="564079"/>
                  <a:pt x="226453" y="667987"/>
                  <a:pt x="95825" y="77189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A4B56076-2000-E1E0-2EED-5C34852BA1F9}"/>
              </a:ext>
            </a:extLst>
          </p:cNvPr>
          <p:cNvSpPr/>
          <p:nvPr/>
        </p:nvSpPr>
        <p:spPr>
          <a:xfrm>
            <a:off x="8855991" y="4801705"/>
            <a:ext cx="345958" cy="771896"/>
          </a:xfrm>
          <a:custGeom>
            <a:avLst/>
            <a:gdLst>
              <a:gd name="csX0" fmla="*/ 226453 w 345958"/>
              <a:gd name="csY0" fmla="*/ 0 h 771896"/>
              <a:gd name="csX1" fmla="*/ 822 w 345958"/>
              <a:gd name="csY1" fmla="*/ 225632 h 771896"/>
              <a:gd name="csX2" fmla="*/ 297705 w 345958"/>
              <a:gd name="csY2" fmla="*/ 320634 h 771896"/>
              <a:gd name="csX3" fmla="*/ 24573 w 345958"/>
              <a:gd name="csY3" fmla="*/ 522515 h 771896"/>
              <a:gd name="csX4" fmla="*/ 345206 w 345958"/>
              <a:gd name="csY4" fmla="*/ 522515 h 771896"/>
              <a:gd name="csX5" fmla="*/ 95825 w 345958"/>
              <a:gd name="csY5" fmla="*/ 771896 h 771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5958" h="771896">
                <a:moveTo>
                  <a:pt x="226453" y="0"/>
                </a:moveTo>
                <a:cubicBezTo>
                  <a:pt x="107700" y="86096"/>
                  <a:pt x="-11053" y="172193"/>
                  <a:pt x="822" y="225632"/>
                </a:cubicBezTo>
                <a:cubicBezTo>
                  <a:pt x="12697" y="279071"/>
                  <a:pt x="293747" y="271154"/>
                  <a:pt x="297705" y="320634"/>
                </a:cubicBezTo>
                <a:cubicBezTo>
                  <a:pt x="301663" y="370114"/>
                  <a:pt x="16656" y="488868"/>
                  <a:pt x="24573" y="522515"/>
                </a:cubicBezTo>
                <a:cubicBezTo>
                  <a:pt x="32490" y="556162"/>
                  <a:pt x="333331" y="480952"/>
                  <a:pt x="345206" y="522515"/>
                </a:cubicBezTo>
                <a:cubicBezTo>
                  <a:pt x="357081" y="564079"/>
                  <a:pt x="226453" y="667987"/>
                  <a:pt x="95825" y="77189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9AAE853-1080-C9B7-4752-C78A459A41C2}"/>
              </a:ext>
            </a:extLst>
          </p:cNvPr>
          <p:cNvSpPr txBox="1"/>
          <p:nvPr/>
        </p:nvSpPr>
        <p:spPr>
          <a:xfrm>
            <a:off x="9529269" y="501388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线程池后台驱动</a:t>
            </a:r>
            <a:endParaRPr lang="en-US" sz="1600" dirty="0"/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B8AC5C86-5C6B-1FD9-1BD9-75CE7178269E}"/>
              </a:ext>
            </a:extLst>
          </p:cNvPr>
          <p:cNvCxnSpPr>
            <a:cxnSpLocks/>
          </p:cNvCxnSpPr>
          <p:nvPr/>
        </p:nvCxnSpPr>
        <p:spPr>
          <a:xfrm flipV="1">
            <a:off x="7551819" y="3060122"/>
            <a:ext cx="1477151" cy="2755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46AC669-BACF-6B7B-004D-CC31BA095098}"/>
              </a:ext>
            </a:extLst>
          </p:cNvPr>
          <p:cNvCxnSpPr>
            <a:cxnSpLocks/>
          </p:cNvCxnSpPr>
          <p:nvPr/>
        </p:nvCxnSpPr>
        <p:spPr>
          <a:xfrm>
            <a:off x="7551819" y="4285544"/>
            <a:ext cx="1650130" cy="333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98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8C81-51EC-B5A0-CE74-DF874045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B2E136-0BFB-0671-4C1F-C2622346790C}"/>
              </a:ext>
            </a:extLst>
          </p:cNvPr>
          <p:cNvSpPr/>
          <p:nvPr/>
        </p:nvSpPr>
        <p:spPr>
          <a:xfrm>
            <a:off x="7205868" y="1093304"/>
            <a:ext cx="2454965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RCQP-</a:t>
            </a:r>
            <a:r>
              <a:rPr lang="en-US" dirty="0" err="1"/>
              <a:t>Recv</a:t>
            </a:r>
            <a:r>
              <a:rPr lang="en-US" dirty="0"/>
              <a:t> Queue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2B4637-6871-7AF8-4F37-902CB157684F}"/>
              </a:ext>
            </a:extLst>
          </p:cNvPr>
          <p:cNvSpPr/>
          <p:nvPr/>
        </p:nvSpPr>
        <p:spPr>
          <a:xfrm>
            <a:off x="7205868" y="1689652"/>
            <a:ext cx="2454965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RCQP-Send Queue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A1BB03-F665-E1D6-268C-B48821DFD9E4}"/>
              </a:ext>
            </a:extLst>
          </p:cNvPr>
          <p:cNvSpPr/>
          <p:nvPr/>
        </p:nvSpPr>
        <p:spPr>
          <a:xfrm>
            <a:off x="1613451" y="1295399"/>
            <a:ext cx="2454965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RCQP-</a:t>
            </a:r>
            <a:r>
              <a:rPr lang="en-US" dirty="0" err="1"/>
              <a:t>Recv</a:t>
            </a:r>
            <a:r>
              <a:rPr lang="en-US" dirty="0"/>
              <a:t> Queue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A86078-FDF1-68D9-4BE8-9B550BCD5D14}"/>
              </a:ext>
            </a:extLst>
          </p:cNvPr>
          <p:cNvSpPr/>
          <p:nvPr/>
        </p:nvSpPr>
        <p:spPr>
          <a:xfrm>
            <a:off x="1613451" y="1891747"/>
            <a:ext cx="2454965" cy="5963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RCQP-Send Queue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886073-77B7-B485-E727-A78871086B42}"/>
              </a:ext>
            </a:extLst>
          </p:cNvPr>
          <p:cNvSpPr/>
          <p:nvPr/>
        </p:nvSpPr>
        <p:spPr>
          <a:xfrm>
            <a:off x="4830417" y="3935897"/>
            <a:ext cx="3289852" cy="636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354292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78EB-A331-D9FB-EEB2-30A60110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BF6249B-D6F2-9655-666C-DF5F0C072A27}"/>
              </a:ext>
            </a:extLst>
          </p:cNvPr>
          <p:cNvSpPr/>
          <p:nvPr/>
        </p:nvSpPr>
        <p:spPr>
          <a:xfrm>
            <a:off x="1162878" y="646043"/>
            <a:ext cx="4333461" cy="3786809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C9B963-2184-3A47-CBDD-1C53BEB862B0}"/>
              </a:ext>
            </a:extLst>
          </p:cNvPr>
          <p:cNvSpPr/>
          <p:nvPr/>
        </p:nvSpPr>
        <p:spPr>
          <a:xfrm>
            <a:off x="1331843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EC579C-FCB5-B84E-C198-D9BEAF8F0EAB}"/>
              </a:ext>
            </a:extLst>
          </p:cNvPr>
          <p:cNvSpPr/>
          <p:nvPr/>
        </p:nvSpPr>
        <p:spPr>
          <a:xfrm>
            <a:off x="1649895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DA1399-6C1B-7510-9899-E1F8527801B0}"/>
              </a:ext>
            </a:extLst>
          </p:cNvPr>
          <p:cNvSpPr/>
          <p:nvPr/>
        </p:nvSpPr>
        <p:spPr>
          <a:xfrm>
            <a:off x="2620617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4FB28F-2A42-6D3E-1C23-190AAF69201D}"/>
              </a:ext>
            </a:extLst>
          </p:cNvPr>
          <p:cNvSpPr/>
          <p:nvPr/>
        </p:nvSpPr>
        <p:spPr>
          <a:xfrm>
            <a:off x="3591339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22970B-8072-843C-0631-7BEE09AE7D32}"/>
              </a:ext>
            </a:extLst>
          </p:cNvPr>
          <p:cNvSpPr/>
          <p:nvPr/>
        </p:nvSpPr>
        <p:spPr>
          <a:xfrm>
            <a:off x="1331843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</a:t>
            </a:r>
            <a:r>
              <a:rPr lang="en-US" dirty="0" err="1">
                <a:solidFill>
                  <a:schemeClr val="tx1"/>
                </a:solidFill>
              </a:rPr>
              <a:t>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5CF5B0-EB2A-F0AE-4F33-1B898F5438CE}"/>
              </a:ext>
            </a:extLst>
          </p:cNvPr>
          <p:cNvSpPr/>
          <p:nvPr/>
        </p:nvSpPr>
        <p:spPr>
          <a:xfrm>
            <a:off x="4532243" y="1083364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08E5AC-CD07-A0DB-0C99-A459C5049FC6}"/>
              </a:ext>
            </a:extLst>
          </p:cNvPr>
          <p:cNvSpPr/>
          <p:nvPr/>
        </p:nvSpPr>
        <p:spPr>
          <a:xfrm>
            <a:off x="1331843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097B7-6E15-01B0-2918-CA485C2BE5D4}"/>
              </a:ext>
            </a:extLst>
          </p:cNvPr>
          <p:cNvSpPr/>
          <p:nvPr/>
        </p:nvSpPr>
        <p:spPr>
          <a:xfrm>
            <a:off x="7318513" y="646043"/>
            <a:ext cx="4333461" cy="3786809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40EF93-CDA7-BC64-7302-B66DC7654B9C}"/>
              </a:ext>
            </a:extLst>
          </p:cNvPr>
          <p:cNvSpPr/>
          <p:nvPr/>
        </p:nvSpPr>
        <p:spPr>
          <a:xfrm>
            <a:off x="7487478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14EC80-7445-1202-CD8B-E9C3FDAE7242}"/>
              </a:ext>
            </a:extLst>
          </p:cNvPr>
          <p:cNvSpPr/>
          <p:nvPr/>
        </p:nvSpPr>
        <p:spPr>
          <a:xfrm>
            <a:off x="7805530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10F62B-619A-9024-CB6C-7A5E98159365}"/>
              </a:ext>
            </a:extLst>
          </p:cNvPr>
          <p:cNvSpPr/>
          <p:nvPr/>
        </p:nvSpPr>
        <p:spPr>
          <a:xfrm>
            <a:off x="8776252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00134E-1CBD-A4A7-03F9-94B5AE21CDC8}"/>
              </a:ext>
            </a:extLst>
          </p:cNvPr>
          <p:cNvSpPr/>
          <p:nvPr/>
        </p:nvSpPr>
        <p:spPr>
          <a:xfrm>
            <a:off x="9746974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FF9969-20F3-5484-B394-E85AF03496EE}"/>
              </a:ext>
            </a:extLst>
          </p:cNvPr>
          <p:cNvSpPr/>
          <p:nvPr/>
        </p:nvSpPr>
        <p:spPr>
          <a:xfrm>
            <a:off x="7487478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 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49FBC1-E24C-3C5D-D696-6B63FF3D3856}"/>
              </a:ext>
            </a:extLst>
          </p:cNvPr>
          <p:cNvSpPr/>
          <p:nvPr/>
        </p:nvSpPr>
        <p:spPr>
          <a:xfrm>
            <a:off x="10687878" y="1083364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E45EB7-E881-6C94-7CDF-3145DD7FD6F4}"/>
              </a:ext>
            </a:extLst>
          </p:cNvPr>
          <p:cNvSpPr/>
          <p:nvPr/>
        </p:nvSpPr>
        <p:spPr>
          <a:xfrm>
            <a:off x="7487478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97048DC2-A158-0238-C002-B195C6EFD08B}"/>
              </a:ext>
            </a:extLst>
          </p:cNvPr>
          <p:cNvCxnSpPr/>
          <p:nvPr/>
        </p:nvCxnSpPr>
        <p:spPr>
          <a:xfrm>
            <a:off x="5635487" y="209677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8E750B9D-B1B3-27AF-35A5-18232D68BE35}"/>
              </a:ext>
            </a:extLst>
          </p:cNvPr>
          <p:cNvCxnSpPr/>
          <p:nvPr/>
        </p:nvCxnSpPr>
        <p:spPr>
          <a:xfrm>
            <a:off x="5635487" y="218622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8E135FCD-F668-2E86-F550-B48BAF2B6F79}"/>
              </a:ext>
            </a:extLst>
          </p:cNvPr>
          <p:cNvCxnSpPr/>
          <p:nvPr/>
        </p:nvCxnSpPr>
        <p:spPr>
          <a:xfrm>
            <a:off x="5635487" y="227147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FE4757DD-4FA2-0BF4-4EB1-7897906769E1}"/>
              </a:ext>
            </a:extLst>
          </p:cNvPr>
          <p:cNvCxnSpPr/>
          <p:nvPr/>
        </p:nvCxnSpPr>
        <p:spPr>
          <a:xfrm>
            <a:off x="5635487" y="235827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8E448527-D31E-FF0A-AB00-E20664AD82A4}"/>
              </a:ext>
            </a:extLst>
          </p:cNvPr>
          <p:cNvCxnSpPr/>
          <p:nvPr/>
        </p:nvCxnSpPr>
        <p:spPr>
          <a:xfrm>
            <a:off x="5635487" y="2444617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9285C158-D78A-5AB6-FDD7-CA926EDA32C2}"/>
              </a:ext>
            </a:extLst>
          </p:cNvPr>
          <p:cNvCxnSpPr/>
          <p:nvPr/>
        </p:nvCxnSpPr>
        <p:spPr>
          <a:xfrm>
            <a:off x="5635487" y="253406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74DAE4A0-4F45-6B37-E6E0-C7D5DC58EDEF}"/>
              </a:ext>
            </a:extLst>
          </p:cNvPr>
          <p:cNvCxnSpPr/>
          <p:nvPr/>
        </p:nvCxnSpPr>
        <p:spPr>
          <a:xfrm>
            <a:off x="5635487" y="261932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14FF8525-D0AA-2067-2DF9-D838498C98BA}"/>
              </a:ext>
            </a:extLst>
          </p:cNvPr>
          <p:cNvCxnSpPr/>
          <p:nvPr/>
        </p:nvCxnSpPr>
        <p:spPr>
          <a:xfrm>
            <a:off x="5635487" y="270611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83CBB01B-A64A-764F-1F48-0A36B8B96CE0}"/>
              </a:ext>
            </a:extLst>
          </p:cNvPr>
          <p:cNvCxnSpPr/>
          <p:nvPr/>
        </p:nvCxnSpPr>
        <p:spPr>
          <a:xfrm>
            <a:off x="5635487" y="2795697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B765388-E130-92EB-1EA2-1ACE709D7BB1}"/>
              </a:ext>
            </a:extLst>
          </p:cNvPr>
          <p:cNvSpPr/>
          <p:nvPr/>
        </p:nvSpPr>
        <p:spPr>
          <a:xfrm>
            <a:off x="7619179" y="2420911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目标缓冲区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ADF7B7-59BD-E045-7BC4-7AE20C2561DF}"/>
              </a:ext>
            </a:extLst>
          </p:cNvPr>
          <p:cNvSpPr/>
          <p:nvPr/>
        </p:nvSpPr>
        <p:spPr>
          <a:xfrm>
            <a:off x="3863007" y="2408868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源缓冲区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5CC826A-B0EA-BC3F-6023-8FF8F6EC4464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1331843" y="1466019"/>
            <a:ext cx="2531164" cy="1433195"/>
          </a:xfrm>
          <a:prstGeom prst="bentConnector3">
            <a:avLst>
              <a:gd name="adj1" fmla="val -18381"/>
            </a:avLst>
          </a:prstGeom>
          <a:ln w="317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1DBBECB0-99B3-C4DD-B7EF-FBEF711575EB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8968409" y="1466020"/>
            <a:ext cx="2514599" cy="1433195"/>
          </a:xfrm>
          <a:prstGeom prst="bentConnector3">
            <a:avLst>
              <a:gd name="adj1" fmla="val -15936"/>
            </a:avLst>
          </a:prstGeom>
          <a:ln w="317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D4C6ED8-D025-1199-C540-34C3EC388B91}"/>
              </a:ext>
            </a:extLst>
          </p:cNvPr>
          <p:cNvCxnSpPr/>
          <p:nvPr/>
        </p:nvCxnSpPr>
        <p:spPr>
          <a:xfrm>
            <a:off x="5201478" y="2899215"/>
            <a:ext cx="241770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990795F-0842-546D-04CD-D680D788CF4C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7FAC970-3CC6-264F-B059-3287009CDB4E}"/>
              </a:ext>
            </a:extLst>
          </p:cNvPr>
          <p:cNvSpPr/>
          <p:nvPr/>
        </p:nvSpPr>
        <p:spPr>
          <a:xfrm>
            <a:off x="10468400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90AF790-3015-7F3D-DF9C-FA1D39936723}"/>
              </a:ext>
            </a:extLst>
          </p:cNvPr>
          <p:cNvSpPr txBox="1"/>
          <p:nvPr/>
        </p:nvSpPr>
        <p:spPr>
          <a:xfrm>
            <a:off x="5856971" y="1706424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19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2F1D-089B-CA53-22C1-4C5CF6867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5962B1B-0C28-7A80-9301-7A56383C07F4}"/>
              </a:ext>
            </a:extLst>
          </p:cNvPr>
          <p:cNvSpPr/>
          <p:nvPr/>
        </p:nvSpPr>
        <p:spPr>
          <a:xfrm>
            <a:off x="1162878" y="646043"/>
            <a:ext cx="4333461" cy="3786809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C27612-AA67-9092-B3AF-3D524BC53131}"/>
              </a:ext>
            </a:extLst>
          </p:cNvPr>
          <p:cNvSpPr/>
          <p:nvPr/>
        </p:nvSpPr>
        <p:spPr>
          <a:xfrm>
            <a:off x="1331843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AD61E7-2312-0D8F-F6F2-BF80D0FD883C}"/>
              </a:ext>
            </a:extLst>
          </p:cNvPr>
          <p:cNvSpPr/>
          <p:nvPr/>
        </p:nvSpPr>
        <p:spPr>
          <a:xfrm>
            <a:off x="1649895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D9930A-B223-8997-ED9A-400DFE139BB5}"/>
              </a:ext>
            </a:extLst>
          </p:cNvPr>
          <p:cNvSpPr/>
          <p:nvPr/>
        </p:nvSpPr>
        <p:spPr>
          <a:xfrm>
            <a:off x="2620617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A85632-C813-BA98-EBC3-6107A46E8652}"/>
              </a:ext>
            </a:extLst>
          </p:cNvPr>
          <p:cNvSpPr/>
          <p:nvPr/>
        </p:nvSpPr>
        <p:spPr>
          <a:xfrm>
            <a:off x="4277139" y="1083362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FF145C-43EF-CEC2-D82C-75368788E4AB}"/>
              </a:ext>
            </a:extLst>
          </p:cNvPr>
          <p:cNvSpPr/>
          <p:nvPr/>
        </p:nvSpPr>
        <p:spPr>
          <a:xfrm>
            <a:off x="1331843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</a:t>
            </a:r>
            <a:r>
              <a:rPr lang="en-US" dirty="0" err="1">
                <a:solidFill>
                  <a:schemeClr val="tx1"/>
                </a:solidFill>
              </a:rPr>
              <a:t>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523BEE-43E5-88E3-73B0-78AC80BDE6DF}"/>
              </a:ext>
            </a:extLst>
          </p:cNvPr>
          <p:cNvSpPr/>
          <p:nvPr/>
        </p:nvSpPr>
        <p:spPr>
          <a:xfrm>
            <a:off x="3584712" y="108336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F2390C-7B73-CB26-5606-C60C893957F9}"/>
              </a:ext>
            </a:extLst>
          </p:cNvPr>
          <p:cNvSpPr/>
          <p:nvPr/>
        </p:nvSpPr>
        <p:spPr>
          <a:xfrm>
            <a:off x="1331843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9584CA-808E-1238-2F5F-4C6A0701BEFA}"/>
              </a:ext>
            </a:extLst>
          </p:cNvPr>
          <p:cNvSpPr/>
          <p:nvPr/>
        </p:nvSpPr>
        <p:spPr>
          <a:xfrm>
            <a:off x="7318513" y="646043"/>
            <a:ext cx="4333461" cy="3786809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5DC37E-FA65-19F3-F4BD-1E2DDCE7E565}"/>
              </a:ext>
            </a:extLst>
          </p:cNvPr>
          <p:cNvSpPr/>
          <p:nvPr/>
        </p:nvSpPr>
        <p:spPr>
          <a:xfrm>
            <a:off x="7487478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E01275-FFF8-9C6D-9580-3C73BC8F3390}"/>
              </a:ext>
            </a:extLst>
          </p:cNvPr>
          <p:cNvSpPr/>
          <p:nvPr/>
        </p:nvSpPr>
        <p:spPr>
          <a:xfrm>
            <a:off x="7805530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F83856-0DC2-1723-5209-52A7CDA6B5A3}"/>
              </a:ext>
            </a:extLst>
          </p:cNvPr>
          <p:cNvSpPr/>
          <p:nvPr/>
        </p:nvSpPr>
        <p:spPr>
          <a:xfrm>
            <a:off x="8776252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9B6C5E-F2AD-B652-F4C3-780223E8FE63}"/>
              </a:ext>
            </a:extLst>
          </p:cNvPr>
          <p:cNvSpPr/>
          <p:nvPr/>
        </p:nvSpPr>
        <p:spPr>
          <a:xfrm>
            <a:off x="9746974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CBB06F-5E2D-D2A0-2C2F-F37375AB6700}"/>
              </a:ext>
            </a:extLst>
          </p:cNvPr>
          <p:cNvSpPr/>
          <p:nvPr/>
        </p:nvSpPr>
        <p:spPr>
          <a:xfrm>
            <a:off x="7487478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 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E1B6F2-AC35-3F35-AE7A-6A3E68EBAED0}"/>
              </a:ext>
            </a:extLst>
          </p:cNvPr>
          <p:cNvSpPr/>
          <p:nvPr/>
        </p:nvSpPr>
        <p:spPr>
          <a:xfrm>
            <a:off x="10687878" y="1083364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49D272-C197-05E4-7B02-2CD4C1ED982B}"/>
              </a:ext>
            </a:extLst>
          </p:cNvPr>
          <p:cNvSpPr/>
          <p:nvPr/>
        </p:nvSpPr>
        <p:spPr>
          <a:xfrm>
            <a:off x="7487478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CCBB6812-B0F2-9D1B-AC61-ADFB03A8B84F}"/>
              </a:ext>
            </a:extLst>
          </p:cNvPr>
          <p:cNvCxnSpPr/>
          <p:nvPr/>
        </p:nvCxnSpPr>
        <p:spPr>
          <a:xfrm>
            <a:off x="5635487" y="1938647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000AB546-FF5D-E495-174E-5717A958D04C}"/>
              </a:ext>
            </a:extLst>
          </p:cNvPr>
          <p:cNvCxnSpPr/>
          <p:nvPr/>
        </p:nvCxnSpPr>
        <p:spPr>
          <a:xfrm>
            <a:off x="5635487" y="20280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00E45C2A-C609-5404-A3F7-BA123C56DB5E}"/>
              </a:ext>
            </a:extLst>
          </p:cNvPr>
          <p:cNvCxnSpPr/>
          <p:nvPr/>
        </p:nvCxnSpPr>
        <p:spPr>
          <a:xfrm>
            <a:off x="5635487" y="211335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67BD4FE2-CC2E-A4D9-6369-699EA5E5317D}"/>
              </a:ext>
            </a:extLst>
          </p:cNvPr>
          <p:cNvCxnSpPr/>
          <p:nvPr/>
        </p:nvCxnSpPr>
        <p:spPr>
          <a:xfrm>
            <a:off x="5635487" y="220014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6AD4E4D7-571D-0A2F-0401-687057734404}"/>
              </a:ext>
            </a:extLst>
          </p:cNvPr>
          <p:cNvCxnSpPr/>
          <p:nvPr/>
        </p:nvCxnSpPr>
        <p:spPr>
          <a:xfrm>
            <a:off x="5635487" y="228649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8CC27A17-593B-D4B2-0758-7ABD7F1F086E}"/>
              </a:ext>
            </a:extLst>
          </p:cNvPr>
          <p:cNvCxnSpPr/>
          <p:nvPr/>
        </p:nvCxnSpPr>
        <p:spPr>
          <a:xfrm>
            <a:off x="5635487" y="237594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C0DA9A32-6983-ECA1-9614-91062D4F1C63}"/>
              </a:ext>
            </a:extLst>
          </p:cNvPr>
          <p:cNvCxnSpPr/>
          <p:nvPr/>
        </p:nvCxnSpPr>
        <p:spPr>
          <a:xfrm>
            <a:off x="5635487" y="24611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2C33C4C6-5124-275E-9030-39E0A884744E}"/>
              </a:ext>
            </a:extLst>
          </p:cNvPr>
          <p:cNvCxnSpPr/>
          <p:nvPr/>
        </p:nvCxnSpPr>
        <p:spPr>
          <a:xfrm>
            <a:off x="5635487" y="254799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F35FC1CA-C425-13D2-803B-38D244E0CDBA}"/>
              </a:ext>
            </a:extLst>
          </p:cNvPr>
          <p:cNvCxnSpPr/>
          <p:nvPr/>
        </p:nvCxnSpPr>
        <p:spPr>
          <a:xfrm>
            <a:off x="5635487" y="263757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98E4A43-CDE8-46A5-B38E-5E1360E528A0}"/>
              </a:ext>
            </a:extLst>
          </p:cNvPr>
          <p:cNvSpPr/>
          <p:nvPr/>
        </p:nvSpPr>
        <p:spPr>
          <a:xfrm>
            <a:off x="7619179" y="2420911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目标缓冲区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92B248-0A96-1E84-0FF1-DD27213BD85B}"/>
              </a:ext>
            </a:extLst>
          </p:cNvPr>
          <p:cNvSpPr/>
          <p:nvPr/>
        </p:nvSpPr>
        <p:spPr>
          <a:xfrm>
            <a:off x="3863007" y="2408868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源缓冲区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2171F38-BBD8-20A8-17C7-8103B1101C66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172FD76-58A5-9506-FCFC-950CCC11973E}"/>
              </a:ext>
            </a:extLst>
          </p:cNvPr>
          <p:cNvSpPr/>
          <p:nvPr/>
        </p:nvSpPr>
        <p:spPr>
          <a:xfrm>
            <a:off x="10468400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B6DE19A-FC1A-454B-512C-6CE7FD55A26D}"/>
              </a:ext>
            </a:extLst>
          </p:cNvPr>
          <p:cNvSpPr txBox="1"/>
          <p:nvPr/>
        </p:nvSpPr>
        <p:spPr>
          <a:xfrm>
            <a:off x="5856971" y="1548299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NVLink</a:t>
            </a:r>
            <a:endParaRPr lang="en-US" dirty="0"/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1F644B56-450F-5844-70C1-9BB6111AFB89}"/>
              </a:ext>
            </a:extLst>
          </p:cNvPr>
          <p:cNvCxnSpPr>
            <a:cxnSpLocks/>
          </p:cNvCxnSpPr>
          <p:nvPr/>
        </p:nvCxnSpPr>
        <p:spPr>
          <a:xfrm flipV="1">
            <a:off x="4673601" y="1891090"/>
            <a:ext cx="0" cy="49429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肘形连接符 5">
            <a:extLst>
              <a:ext uri="{FF2B5EF4-FFF2-40B4-BE49-F238E27FC236}">
                <a16:creationId xmlns:a16="http://schemas.microsoft.com/office/drawing/2014/main" id="{D2FE28EF-93AB-097A-03CA-FB1030DDB308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377070" y="1466018"/>
            <a:ext cx="2242109" cy="1274265"/>
          </a:xfrm>
          <a:prstGeom prst="bentConnector3">
            <a:avLst>
              <a:gd name="adj1" fmla="val 15963"/>
            </a:avLst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4BA8B309-7A78-5FFA-98F3-5F6ECC2F9F1D}"/>
              </a:ext>
            </a:extLst>
          </p:cNvPr>
          <p:cNvCxnSpPr>
            <a:cxnSpLocks/>
          </p:cNvCxnSpPr>
          <p:nvPr/>
        </p:nvCxnSpPr>
        <p:spPr>
          <a:xfrm>
            <a:off x="8208470" y="1891090"/>
            <a:ext cx="1" cy="503741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9B72377-554B-3E84-E359-CF52AD413D08}"/>
              </a:ext>
            </a:extLst>
          </p:cNvPr>
          <p:cNvCxnSpPr>
            <a:cxnSpLocks/>
          </p:cNvCxnSpPr>
          <p:nvPr/>
        </p:nvCxnSpPr>
        <p:spPr>
          <a:xfrm>
            <a:off x="4105355" y="4897821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CDE432D-2867-EF85-500F-661B92F54B07}"/>
              </a:ext>
            </a:extLst>
          </p:cNvPr>
          <p:cNvCxnSpPr>
            <a:cxnSpLocks/>
          </p:cNvCxnSpPr>
          <p:nvPr/>
        </p:nvCxnSpPr>
        <p:spPr>
          <a:xfrm>
            <a:off x="6632293" y="4897821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2DC327D-1954-772C-65A3-B3A062C50D7E}"/>
              </a:ext>
            </a:extLst>
          </p:cNvPr>
          <p:cNvSpPr txBox="1"/>
          <p:nvPr/>
        </p:nvSpPr>
        <p:spPr>
          <a:xfrm>
            <a:off x="7682132" y="47131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控制流</a:t>
            </a:r>
            <a:endParaRPr 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DBA56A1-C66E-B516-3759-5B74F4CF8AAA}"/>
              </a:ext>
            </a:extLst>
          </p:cNvPr>
          <p:cNvSpPr txBox="1"/>
          <p:nvPr/>
        </p:nvSpPr>
        <p:spPr>
          <a:xfrm>
            <a:off x="5121126" y="47251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数据流</a:t>
            </a:r>
            <a:endParaRPr 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4741349-45A1-3692-1831-FAB74BE34492}"/>
              </a:ext>
            </a:extLst>
          </p:cNvPr>
          <p:cNvSpPr/>
          <p:nvPr/>
        </p:nvSpPr>
        <p:spPr>
          <a:xfrm>
            <a:off x="903891" y="3254663"/>
            <a:ext cx="10983310" cy="104776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98B57EB-344C-2133-6121-28F44D49F612}"/>
              </a:ext>
            </a:extLst>
          </p:cNvPr>
          <p:cNvSpPr txBox="1"/>
          <p:nvPr/>
        </p:nvSpPr>
        <p:spPr>
          <a:xfrm>
            <a:off x="5622596" y="345536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Copy Engine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处于空闲状态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9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0D5F-C77B-E766-786A-BCD75629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6431F4B-76FE-BF61-E377-DA4044A3ACAC}"/>
              </a:ext>
            </a:extLst>
          </p:cNvPr>
          <p:cNvSpPr/>
          <p:nvPr/>
        </p:nvSpPr>
        <p:spPr>
          <a:xfrm>
            <a:off x="1331843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2009B3-CF35-F55B-8431-6B6784A86C63}"/>
              </a:ext>
            </a:extLst>
          </p:cNvPr>
          <p:cNvSpPr/>
          <p:nvPr/>
        </p:nvSpPr>
        <p:spPr>
          <a:xfrm>
            <a:off x="7487478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62CC16-92FE-C12D-DD32-10B03B5D41EF}"/>
              </a:ext>
            </a:extLst>
          </p:cNvPr>
          <p:cNvSpPr/>
          <p:nvPr/>
        </p:nvSpPr>
        <p:spPr>
          <a:xfrm>
            <a:off x="1162878" y="646043"/>
            <a:ext cx="4333461" cy="3717535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F08432-6FC5-720D-FE39-34CDACFF5B80}"/>
              </a:ext>
            </a:extLst>
          </p:cNvPr>
          <p:cNvSpPr/>
          <p:nvPr/>
        </p:nvSpPr>
        <p:spPr>
          <a:xfrm>
            <a:off x="1331843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388200-DED6-F47E-9BB8-0149DE225D71}"/>
              </a:ext>
            </a:extLst>
          </p:cNvPr>
          <p:cNvSpPr/>
          <p:nvPr/>
        </p:nvSpPr>
        <p:spPr>
          <a:xfrm>
            <a:off x="1649895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3CBCDF-AB2A-5C95-80D3-86CEC1D23E95}"/>
              </a:ext>
            </a:extLst>
          </p:cNvPr>
          <p:cNvSpPr/>
          <p:nvPr/>
        </p:nvSpPr>
        <p:spPr>
          <a:xfrm>
            <a:off x="2620617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FA5802-BA14-7755-3BF2-DFD861865128}"/>
              </a:ext>
            </a:extLst>
          </p:cNvPr>
          <p:cNvSpPr/>
          <p:nvPr/>
        </p:nvSpPr>
        <p:spPr>
          <a:xfrm>
            <a:off x="4277139" y="1083362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579470-E965-F127-7F83-31B928CFFFC5}"/>
              </a:ext>
            </a:extLst>
          </p:cNvPr>
          <p:cNvSpPr/>
          <p:nvPr/>
        </p:nvSpPr>
        <p:spPr>
          <a:xfrm>
            <a:off x="1331843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</a:t>
            </a:r>
            <a:r>
              <a:rPr lang="en-US" dirty="0" err="1">
                <a:solidFill>
                  <a:schemeClr val="tx1"/>
                </a:solidFill>
              </a:rPr>
              <a:t>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C4F17E-5F04-93D2-5C09-66A3086B390B}"/>
              </a:ext>
            </a:extLst>
          </p:cNvPr>
          <p:cNvSpPr/>
          <p:nvPr/>
        </p:nvSpPr>
        <p:spPr>
          <a:xfrm>
            <a:off x="3584712" y="108336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46D8A9-539C-9577-E694-233DFEB9107A}"/>
              </a:ext>
            </a:extLst>
          </p:cNvPr>
          <p:cNvSpPr/>
          <p:nvPr/>
        </p:nvSpPr>
        <p:spPr>
          <a:xfrm>
            <a:off x="7318513" y="646044"/>
            <a:ext cx="4333461" cy="3717534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FE471A-2E8D-294A-5CB6-4E6BAD9085CA}"/>
              </a:ext>
            </a:extLst>
          </p:cNvPr>
          <p:cNvSpPr/>
          <p:nvPr/>
        </p:nvSpPr>
        <p:spPr>
          <a:xfrm>
            <a:off x="7487478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979CFB-5408-7BF5-0AFC-59AD62A96D16}"/>
              </a:ext>
            </a:extLst>
          </p:cNvPr>
          <p:cNvSpPr/>
          <p:nvPr/>
        </p:nvSpPr>
        <p:spPr>
          <a:xfrm>
            <a:off x="7805530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206D60-E642-EB11-B117-3A844D89D140}"/>
              </a:ext>
            </a:extLst>
          </p:cNvPr>
          <p:cNvSpPr/>
          <p:nvPr/>
        </p:nvSpPr>
        <p:spPr>
          <a:xfrm>
            <a:off x="8776252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8BAD31-9824-0BDE-3035-1C20EE4E9B60}"/>
              </a:ext>
            </a:extLst>
          </p:cNvPr>
          <p:cNvSpPr/>
          <p:nvPr/>
        </p:nvSpPr>
        <p:spPr>
          <a:xfrm>
            <a:off x="9746974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5AADB2-8E23-0F87-7C14-CB1A8D9A03AD}"/>
              </a:ext>
            </a:extLst>
          </p:cNvPr>
          <p:cNvSpPr/>
          <p:nvPr/>
        </p:nvSpPr>
        <p:spPr>
          <a:xfrm>
            <a:off x="7487478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 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569993-0CBF-9412-F066-EC25FC1E7D2B}"/>
              </a:ext>
            </a:extLst>
          </p:cNvPr>
          <p:cNvSpPr/>
          <p:nvPr/>
        </p:nvSpPr>
        <p:spPr>
          <a:xfrm>
            <a:off x="10665280" y="118855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80C0417-3426-B4B4-40B3-BCD460331ABF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036128B-19BF-8B3D-D8F3-0CFBCC5F0060}"/>
              </a:ext>
            </a:extLst>
          </p:cNvPr>
          <p:cNvSpPr/>
          <p:nvPr/>
        </p:nvSpPr>
        <p:spPr>
          <a:xfrm>
            <a:off x="10468400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3ABDF5BF-4B1D-6BB6-100B-60A8887277DB}"/>
              </a:ext>
            </a:extLst>
          </p:cNvPr>
          <p:cNvCxnSpPr>
            <a:cxnSpLocks/>
          </p:cNvCxnSpPr>
          <p:nvPr/>
        </p:nvCxnSpPr>
        <p:spPr>
          <a:xfrm>
            <a:off x="4254403" y="6295633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D7FB29D-7C95-725C-BF5A-57ADC0D3B209}"/>
              </a:ext>
            </a:extLst>
          </p:cNvPr>
          <p:cNvCxnSpPr>
            <a:cxnSpLocks/>
          </p:cNvCxnSpPr>
          <p:nvPr/>
        </p:nvCxnSpPr>
        <p:spPr>
          <a:xfrm>
            <a:off x="6781341" y="6295633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CB0813E9-EF8A-DAB5-F5C6-60C8C0E34B7A}"/>
              </a:ext>
            </a:extLst>
          </p:cNvPr>
          <p:cNvSpPr txBox="1"/>
          <p:nvPr/>
        </p:nvSpPr>
        <p:spPr>
          <a:xfrm>
            <a:off x="7831180" y="61109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控制流</a:t>
            </a:r>
            <a:endParaRPr 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D5BF8AA-101F-8536-804B-2E52D913F76F}"/>
              </a:ext>
            </a:extLst>
          </p:cNvPr>
          <p:cNvSpPr txBox="1"/>
          <p:nvPr/>
        </p:nvSpPr>
        <p:spPr>
          <a:xfrm>
            <a:off x="5270174" y="61229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数据流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C01C1F-88FB-949E-CFE2-4AEF5E9C1804}"/>
              </a:ext>
            </a:extLst>
          </p:cNvPr>
          <p:cNvSpPr/>
          <p:nvPr/>
        </p:nvSpPr>
        <p:spPr>
          <a:xfrm>
            <a:off x="4451019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5B5818-6A7B-AD7A-A0B8-99D39E992887}"/>
              </a:ext>
            </a:extLst>
          </p:cNvPr>
          <p:cNvSpPr/>
          <p:nvPr/>
        </p:nvSpPr>
        <p:spPr>
          <a:xfrm>
            <a:off x="2688368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r>
              <a:rPr lang="zh-CN" altLang="en-US" dirty="0">
                <a:solidFill>
                  <a:schemeClr val="tx1"/>
                </a:solidFill>
              </a:rPr>
              <a:t> 代理线程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47DF8C-9ED0-7C9F-D96F-33948EB98930}"/>
              </a:ext>
            </a:extLst>
          </p:cNvPr>
          <p:cNvSpPr/>
          <p:nvPr/>
        </p:nvSpPr>
        <p:spPr>
          <a:xfrm>
            <a:off x="8600660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r>
              <a:rPr lang="zh-CN" altLang="en-US" dirty="0">
                <a:solidFill>
                  <a:schemeClr val="tx1"/>
                </a:solidFill>
              </a:rPr>
              <a:t> 代理线程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47D784A-322D-CC0D-87C8-1EBB615B636A}"/>
              </a:ext>
            </a:extLst>
          </p:cNvPr>
          <p:cNvCxnSpPr>
            <a:cxnSpLocks/>
          </p:cNvCxnSpPr>
          <p:nvPr/>
        </p:nvCxnSpPr>
        <p:spPr>
          <a:xfrm>
            <a:off x="4896438" y="3059654"/>
            <a:ext cx="0" cy="165020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E8197D3D-D743-C5DB-0351-0D7B90A02A71}"/>
              </a:ext>
            </a:extLst>
          </p:cNvPr>
          <p:cNvCxnSpPr>
            <a:cxnSpLocks/>
          </p:cNvCxnSpPr>
          <p:nvPr/>
        </p:nvCxnSpPr>
        <p:spPr>
          <a:xfrm>
            <a:off x="5930088" y="5175718"/>
            <a:ext cx="1070448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C6FD56A-8B63-431C-DBCB-FE2161E3840D}"/>
              </a:ext>
            </a:extLst>
          </p:cNvPr>
          <p:cNvCxnSpPr>
            <a:cxnSpLocks/>
          </p:cNvCxnSpPr>
          <p:nvPr/>
        </p:nvCxnSpPr>
        <p:spPr>
          <a:xfrm flipV="1">
            <a:off x="7983021" y="3047611"/>
            <a:ext cx="0" cy="166225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D778B6F5-1568-F3DB-B7CE-DE53564BDBBA}"/>
              </a:ext>
            </a:extLst>
          </p:cNvPr>
          <p:cNvSpPr/>
          <p:nvPr/>
        </p:nvSpPr>
        <p:spPr>
          <a:xfrm>
            <a:off x="7094529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BD769B4-13AE-029C-A783-F09F9BD5CB84}"/>
              </a:ext>
            </a:extLst>
          </p:cNvPr>
          <p:cNvSpPr/>
          <p:nvPr/>
        </p:nvSpPr>
        <p:spPr>
          <a:xfrm>
            <a:off x="925717" y="4709861"/>
            <a:ext cx="1668658" cy="891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主机内存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71BC40B-9CEB-91AF-81D4-23AF9440EDEE}"/>
              </a:ext>
            </a:extLst>
          </p:cNvPr>
          <p:cNvSpPr/>
          <p:nvPr/>
        </p:nvSpPr>
        <p:spPr>
          <a:xfrm>
            <a:off x="10363311" y="4709861"/>
            <a:ext cx="1668658" cy="891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主机内存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2" name="肘形连接符 71">
            <a:extLst>
              <a:ext uri="{FF2B5EF4-FFF2-40B4-BE49-F238E27FC236}">
                <a16:creationId xmlns:a16="http://schemas.microsoft.com/office/drawing/2014/main" id="{8A664C4B-D807-17DA-7D02-A9A1F585F4F8}"/>
              </a:ext>
            </a:extLst>
          </p:cNvPr>
          <p:cNvCxnSpPr>
            <a:cxnSpLocks/>
            <a:stCxn id="20" idx="3"/>
            <a:endCxn id="64" idx="0"/>
          </p:cNvCxnSpPr>
          <p:nvPr/>
        </p:nvCxnSpPr>
        <p:spPr>
          <a:xfrm>
            <a:off x="10542104" y="1466021"/>
            <a:ext cx="655536" cy="3243840"/>
          </a:xfrm>
          <a:prstGeom prst="bentConnector2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A5511A60-78C2-6882-F896-9281BBB13E13}"/>
              </a:ext>
            </a:extLst>
          </p:cNvPr>
          <p:cNvCxnSpPr>
            <a:stCxn id="8" idx="2"/>
            <a:endCxn id="64" idx="2"/>
          </p:cNvCxnSpPr>
          <p:nvPr/>
        </p:nvCxnSpPr>
        <p:spPr>
          <a:xfrm rot="16200000" flipH="1">
            <a:off x="10316314" y="4719745"/>
            <a:ext cx="12700" cy="176265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肘形连接符 80">
            <a:extLst>
              <a:ext uri="{FF2B5EF4-FFF2-40B4-BE49-F238E27FC236}">
                <a16:creationId xmlns:a16="http://schemas.microsoft.com/office/drawing/2014/main" id="{E720AAAF-11A5-DABA-229E-D65D3F137AC3}"/>
              </a:ext>
            </a:extLst>
          </p:cNvPr>
          <p:cNvCxnSpPr>
            <a:stCxn id="4" idx="2"/>
            <a:endCxn id="62" idx="2"/>
          </p:cNvCxnSpPr>
          <p:nvPr/>
        </p:nvCxnSpPr>
        <p:spPr>
          <a:xfrm rot="5400000">
            <a:off x="2641372" y="4719746"/>
            <a:ext cx="12700" cy="176265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2D3708EA-A4BD-CC37-D3CF-3CB0716CC034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1524001" y="1466022"/>
            <a:ext cx="125895" cy="3165914"/>
          </a:xfrm>
          <a:prstGeom prst="bentConnector2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8AD16070-13F8-D57D-F8EE-6EF0B5BCCFE2}"/>
              </a:ext>
            </a:extLst>
          </p:cNvPr>
          <p:cNvSpPr/>
          <p:nvPr/>
        </p:nvSpPr>
        <p:spPr>
          <a:xfrm>
            <a:off x="7619179" y="2420911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目标缓冲区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4CA2B42-671B-05B5-1E23-03C4486C1D6B}"/>
              </a:ext>
            </a:extLst>
          </p:cNvPr>
          <p:cNvSpPr/>
          <p:nvPr/>
        </p:nvSpPr>
        <p:spPr>
          <a:xfrm>
            <a:off x="3863007" y="2408868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源缓冲区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0D0D9861-FD2B-597E-2775-3AAA2BB82BCC}"/>
              </a:ext>
            </a:extLst>
          </p:cNvPr>
          <p:cNvCxnSpPr>
            <a:stCxn id="4" idx="2"/>
            <a:endCxn id="2" idx="2"/>
          </p:cNvCxnSpPr>
          <p:nvPr/>
        </p:nvCxnSpPr>
        <p:spPr>
          <a:xfrm rot="16200000" flipH="1">
            <a:off x="4339892" y="4783875"/>
            <a:ext cx="12700" cy="163439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E32B2D05-3D53-820F-F269-58AA25314D5A}"/>
              </a:ext>
            </a:extLst>
          </p:cNvPr>
          <p:cNvCxnSpPr>
            <a:stCxn id="8" idx="2"/>
            <a:endCxn id="61" idx="2"/>
          </p:cNvCxnSpPr>
          <p:nvPr/>
        </p:nvCxnSpPr>
        <p:spPr>
          <a:xfrm rot="5400000">
            <a:off x="8617794" y="4783876"/>
            <a:ext cx="12700" cy="163439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22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C277-0DCE-9CC1-0112-EAE7A9E3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4149505-9CBE-2A6C-B268-D05A5500F9BD}"/>
              </a:ext>
            </a:extLst>
          </p:cNvPr>
          <p:cNvSpPr/>
          <p:nvPr/>
        </p:nvSpPr>
        <p:spPr>
          <a:xfrm>
            <a:off x="1162878" y="646043"/>
            <a:ext cx="5086847" cy="3544957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0A89DB-591E-6826-ECF5-2D6DA7003EC3}"/>
              </a:ext>
            </a:extLst>
          </p:cNvPr>
          <p:cNvSpPr/>
          <p:nvPr/>
        </p:nvSpPr>
        <p:spPr>
          <a:xfrm>
            <a:off x="1469279" y="906566"/>
            <a:ext cx="1158308" cy="29965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7374D7-B1CC-9C65-1B83-52CD21B40CE6}"/>
              </a:ext>
            </a:extLst>
          </p:cNvPr>
          <p:cNvSpPr/>
          <p:nvPr/>
        </p:nvSpPr>
        <p:spPr>
          <a:xfrm>
            <a:off x="1649895" y="105183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BA9FC8-C086-2AE7-CBAD-4673403ECBDF}"/>
              </a:ext>
            </a:extLst>
          </p:cNvPr>
          <p:cNvSpPr/>
          <p:nvPr/>
        </p:nvSpPr>
        <p:spPr>
          <a:xfrm>
            <a:off x="1649895" y="1903340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B89957-31EF-48A4-E750-D771C760404D}"/>
              </a:ext>
            </a:extLst>
          </p:cNvPr>
          <p:cNvSpPr/>
          <p:nvPr/>
        </p:nvSpPr>
        <p:spPr>
          <a:xfrm>
            <a:off x="1649895" y="275484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B22FDC-F641-F1E2-6AEF-A982BDCBE5C3}"/>
              </a:ext>
            </a:extLst>
          </p:cNvPr>
          <p:cNvSpPr/>
          <p:nvPr/>
        </p:nvSpPr>
        <p:spPr>
          <a:xfrm>
            <a:off x="3340096" y="906565"/>
            <a:ext cx="2489011" cy="299656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83EFA4-8894-E112-742C-FF794CF72D28}"/>
              </a:ext>
            </a:extLst>
          </p:cNvPr>
          <p:cNvSpPr/>
          <p:nvPr/>
        </p:nvSpPr>
        <p:spPr>
          <a:xfrm>
            <a:off x="1759225" y="3340744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2D8DD7-33CB-B199-0961-570F66A22081}"/>
              </a:ext>
            </a:extLst>
          </p:cNvPr>
          <p:cNvSpPr/>
          <p:nvPr/>
        </p:nvSpPr>
        <p:spPr>
          <a:xfrm>
            <a:off x="3545438" y="1107493"/>
            <a:ext cx="2067338" cy="4986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数据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A6449-2312-689A-FFC6-D7B4CEFD9B29}"/>
              </a:ext>
            </a:extLst>
          </p:cNvPr>
          <p:cNvSpPr/>
          <p:nvPr/>
        </p:nvSpPr>
        <p:spPr>
          <a:xfrm>
            <a:off x="3545438" y="1749149"/>
            <a:ext cx="2067338" cy="4986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工作队列WQ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0CBA22-9DA1-45FE-FC49-A0BDE75B8509}"/>
              </a:ext>
            </a:extLst>
          </p:cNvPr>
          <p:cNvSpPr/>
          <p:nvPr/>
        </p:nvSpPr>
        <p:spPr>
          <a:xfrm>
            <a:off x="3545438" y="2419318"/>
            <a:ext cx="2067338" cy="4986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门铃记录DBR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65B4D0-646E-71B5-750A-A192608BEF13}"/>
              </a:ext>
            </a:extLst>
          </p:cNvPr>
          <p:cNvSpPr/>
          <p:nvPr/>
        </p:nvSpPr>
        <p:spPr>
          <a:xfrm>
            <a:off x="3545438" y="3089487"/>
            <a:ext cx="2067338" cy="4986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完成队列CQ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83F04D-55CB-A36B-033F-1BDE3B6C92BE}"/>
              </a:ext>
            </a:extLst>
          </p:cNvPr>
          <p:cNvSpPr/>
          <p:nvPr/>
        </p:nvSpPr>
        <p:spPr>
          <a:xfrm>
            <a:off x="2505494" y="4604808"/>
            <a:ext cx="2401613" cy="668867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网卡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CB0AB5F3-B095-1240-1703-E1B9D0F55605}"/>
              </a:ext>
            </a:extLst>
          </p:cNvPr>
          <p:cNvCxnSpPr>
            <a:cxnSpLocks/>
            <a:stCxn id="9" idx="1"/>
            <a:endCxn id="37" idx="1"/>
          </p:cNvCxnSpPr>
          <p:nvPr/>
        </p:nvCxnSpPr>
        <p:spPr>
          <a:xfrm rot="10800000" flipH="1" flipV="1">
            <a:off x="1649894" y="1434492"/>
            <a:ext cx="855599" cy="3504750"/>
          </a:xfrm>
          <a:prstGeom prst="bentConnector3">
            <a:avLst>
              <a:gd name="adj1" fmla="val -120528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50B18688-C459-85AC-9038-693A88B9332F}"/>
              </a:ext>
            </a:extLst>
          </p:cNvPr>
          <p:cNvCxnSpPr>
            <a:cxnSpLocks/>
          </p:cNvCxnSpPr>
          <p:nvPr/>
        </p:nvCxnSpPr>
        <p:spPr>
          <a:xfrm>
            <a:off x="4907107" y="4919991"/>
            <a:ext cx="226425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D939597-F694-B7CC-00D9-FAC0475AC8A7}"/>
              </a:ext>
            </a:extLst>
          </p:cNvPr>
          <p:cNvCxnSpPr>
            <a:cxnSpLocks/>
          </p:cNvCxnSpPr>
          <p:nvPr/>
        </p:nvCxnSpPr>
        <p:spPr>
          <a:xfrm>
            <a:off x="2445025" y="1339108"/>
            <a:ext cx="109800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2CF6BEDD-B1DE-5CDF-3564-A65218A98B4F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445025" y="1434492"/>
            <a:ext cx="1100413" cy="56399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2A357287-0198-AB4F-3510-DE687DABD8E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445025" y="1606162"/>
            <a:ext cx="1100413" cy="106249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C4B2F0FC-233C-18C0-F9E4-CB52297E1834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2445025" y="1749149"/>
            <a:ext cx="1100413" cy="158967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F77ED462-E5ED-EB72-BB08-5546841FA1A5}"/>
              </a:ext>
            </a:extLst>
          </p:cNvPr>
          <p:cNvCxnSpPr/>
          <p:nvPr/>
        </p:nvCxnSpPr>
        <p:spPr>
          <a:xfrm flipV="1">
            <a:off x="4196080" y="3588156"/>
            <a:ext cx="0" cy="10166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241869C8-5044-CC07-B79F-ECEBF3CBA44F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</a:p>
        </p:txBody>
      </p: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1785F53E-03A5-7345-F3F0-6ADE25AF7138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4907107" y="1356828"/>
            <a:ext cx="705669" cy="3438692"/>
          </a:xfrm>
          <a:prstGeom prst="bentConnector4">
            <a:avLst>
              <a:gd name="adj1" fmla="val -128859"/>
              <a:gd name="adj2" fmla="val 100273"/>
            </a:avLst>
          </a:prstGeom>
          <a:ln w="285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肘形连接符 86">
            <a:extLst>
              <a:ext uri="{FF2B5EF4-FFF2-40B4-BE49-F238E27FC236}">
                <a16:creationId xmlns:a16="http://schemas.microsoft.com/office/drawing/2014/main" id="{1764A7AD-5F08-F74D-C50C-0ABD221689D2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4907106" y="1998484"/>
            <a:ext cx="705670" cy="2725916"/>
          </a:xfrm>
          <a:prstGeom prst="bentConnector4">
            <a:avLst>
              <a:gd name="adj1" fmla="val -110142"/>
              <a:gd name="adj2" fmla="val 100050"/>
            </a:avLst>
          </a:prstGeom>
          <a:ln w="285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06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5AC49A-A050-316E-D471-76AF14A3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3A4FB56-7AEB-AE8F-3BA5-FFEEA22ADEA3}"/>
              </a:ext>
            </a:extLst>
          </p:cNvPr>
          <p:cNvSpPr/>
          <p:nvPr/>
        </p:nvSpPr>
        <p:spPr>
          <a:xfrm>
            <a:off x="1614519" y="1613414"/>
            <a:ext cx="1505414" cy="5464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E395366-F556-5DC5-F292-AA8B4531DBB9}"/>
              </a:ext>
            </a:extLst>
          </p:cNvPr>
          <p:cNvSpPr/>
          <p:nvPr/>
        </p:nvSpPr>
        <p:spPr>
          <a:xfrm>
            <a:off x="4632479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DA14665-6788-EAAB-089D-CF4E9A81F333}"/>
              </a:ext>
            </a:extLst>
          </p:cNvPr>
          <p:cNvSpPr/>
          <p:nvPr/>
        </p:nvSpPr>
        <p:spPr>
          <a:xfrm>
            <a:off x="4248081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B7AEFD-6986-7053-C58D-B3351B8E00E8}"/>
              </a:ext>
            </a:extLst>
          </p:cNvPr>
          <p:cNvSpPr/>
          <p:nvPr/>
        </p:nvSpPr>
        <p:spPr>
          <a:xfrm>
            <a:off x="5016877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6D0EC2-89DE-F764-8510-8B699F9DE5B2}"/>
              </a:ext>
            </a:extLst>
          </p:cNvPr>
          <p:cNvSpPr/>
          <p:nvPr/>
        </p:nvSpPr>
        <p:spPr>
          <a:xfrm>
            <a:off x="5401275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C86B2D-C27D-06AD-4B7E-42C225E0B9A7}"/>
              </a:ext>
            </a:extLst>
          </p:cNvPr>
          <p:cNvSpPr/>
          <p:nvPr/>
        </p:nvSpPr>
        <p:spPr>
          <a:xfrm>
            <a:off x="4632479" y="78819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BE3DE9-5748-9FE5-CD93-456BB60A3FF8}"/>
              </a:ext>
            </a:extLst>
          </p:cNvPr>
          <p:cNvSpPr/>
          <p:nvPr/>
        </p:nvSpPr>
        <p:spPr>
          <a:xfrm>
            <a:off x="4248081" y="78819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5562D1-917B-6008-F5C6-3250D409FD2D}"/>
              </a:ext>
            </a:extLst>
          </p:cNvPr>
          <p:cNvSpPr/>
          <p:nvPr/>
        </p:nvSpPr>
        <p:spPr>
          <a:xfrm>
            <a:off x="5016877" y="78819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E0A0F6-322E-AE05-06C0-9CBC822F96F5}"/>
              </a:ext>
            </a:extLst>
          </p:cNvPr>
          <p:cNvSpPr/>
          <p:nvPr/>
        </p:nvSpPr>
        <p:spPr>
          <a:xfrm>
            <a:off x="5401275" y="78819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3181E6-DCDC-06CD-581B-0365A46706B8}"/>
              </a:ext>
            </a:extLst>
          </p:cNvPr>
          <p:cNvSpPr/>
          <p:nvPr/>
        </p:nvSpPr>
        <p:spPr>
          <a:xfrm>
            <a:off x="4632479" y="1269818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0D4688A-69E6-6C58-03B0-6CC58038CCA0}"/>
              </a:ext>
            </a:extLst>
          </p:cNvPr>
          <p:cNvSpPr/>
          <p:nvPr/>
        </p:nvSpPr>
        <p:spPr>
          <a:xfrm>
            <a:off x="4248081" y="1269818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29EE20C-736D-D004-5339-FDA8AC36B2F1}"/>
              </a:ext>
            </a:extLst>
          </p:cNvPr>
          <p:cNvSpPr/>
          <p:nvPr/>
        </p:nvSpPr>
        <p:spPr>
          <a:xfrm>
            <a:off x="5016877" y="1269818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EB7D1B-239D-FAAC-33E1-E997A9DAD5D9}"/>
              </a:ext>
            </a:extLst>
          </p:cNvPr>
          <p:cNvSpPr/>
          <p:nvPr/>
        </p:nvSpPr>
        <p:spPr>
          <a:xfrm>
            <a:off x="5401275" y="1269818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A0B76F5-0F2E-0E38-230D-1BEC13C948E5}"/>
              </a:ext>
            </a:extLst>
          </p:cNvPr>
          <p:cNvSpPr/>
          <p:nvPr/>
        </p:nvSpPr>
        <p:spPr>
          <a:xfrm>
            <a:off x="5785673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75450BC-34B7-DED9-A560-0E72D5644D6F}"/>
              </a:ext>
            </a:extLst>
          </p:cNvPr>
          <p:cNvSpPr/>
          <p:nvPr/>
        </p:nvSpPr>
        <p:spPr>
          <a:xfrm>
            <a:off x="6170071" y="30658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D947726-CE83-4AB0-EAE6-4E4726925397}"/>
              </a:ext>
            </a:extLst>
          </p:cNvPr>
          <p:cNvSpPr/>
          <p:nvPr/>
        </p:nvSpPr>
        <p:spPr>
          <a:xfrm>
            <a:off x="5785673" y="1269818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C3FB046-5F70-791B-554B-DD4A75D66A32}"/>
              </a:ext>
            </a:extLst>
          </p:cNvPr>
          <p:cNvSpPr/>
          <p:nvPr/>
        </p:nvSpPr>
        <p:spPr>
          <a:xfrm>
            <a:off x="3888862" y="3888019"/>
            <a:ext cx="1360394" cy="407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待发送请求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1FBA474-2BAD-61FA-D479-44BE2722C7E7}"/>
              </a:ext>
            </a:extLst>
          </p:cNvPr>
          <p:cNvSpPr/>
          <p:nvPr/>
        </p:nvSpPr>
        <p:spPr>
          <a:xfrm>
            <a:off x="1179208" y="3671210"/>
            <a:ext cx="1505414" cy="546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本地队列</a:t>
            </a:r>
            <a:endParaRPr 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4621379-AC56-F057-38CD-C8B4252B209D}"/>
              </a:ext>
            </a:extLst>
          </p:cNvPr>
          <p:cNvSpPr/>
          <p:nvPr/>
        </p:nvSpPr>
        <p:spPr>
          <a:xfrm>
            <a:off x="1179208" y="3026012"/>
            <a:ext cx="1505414" cy="546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远程队列</a:t>
            </a:r>
            <a:endParaRPr lang="en-US" dirty="0"/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F81FE912-BAF9-8CF6-0CBF-EBC6E2632F91}"/>
              </a:ext>
            </a:extLst>
          </p:cNvPr>
          <p:cNvCxnSpPr/>
          <p:nvPr/>
        </p:nvCxnSpPr>
        <p:spPr>
          <a:xfrm>
            <a:off x="746956" y="5041701"/>
            <a:ext cx="9555609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5070D09A-E877-8C07-DB40-7DFB4A3F7403}"/>
              </a:ext>
            </a:extLst>
          </p:cNvPr>
          <p:cNvSpPr/>
          <p:nvPr/>
        </p:nvSpPr>
        <p:spPr>
          <a:xfrm>
            <a:off x="8001964" y="2868883"/>
            <a:ext cx="1505414" cy="546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Initiator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E231C9E-AF87-A90C-BFA0-7642F4A388A5}"/>
              </a:ext>
            </a:extLst>
          </p:cNvPr>
          <p:cNvSpPr txBox="1"/>
          <p:nvPr/>
        </p:nvSpPr>
        <p:spPr>
          <a:xfrm>
            <a:off x="4614935" y="448836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</a:t>
            </a:r>
            <a:r>
              <a:rPr lang="en-US" dirty="0" err="1"/>
              <a:t>EmitCopy</a:t>
            </a:r>
            <a:endParaRPr 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B87D93F-6FF7-ACBC-FD97-B2B34DAFC395}"/>
              </a:ext>
            </a:extLst>
          </p:cNvPr>
          <p:cNvSpPr/>
          <p:nvPr/>
        </p:nvSpPr>
        <p:spPr>
          <a:xfrm>
            <a:off x="8001964" y="3545484"/>
            <a:ext cx="1505414" cy="546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通知</a:t>
            </a:r>
            <a:endParaRPr lang="en-US" dirty="0"/>
          </a:p>
        </p:txBody>
      </p:sp>
      <p:cxnSp>
        <p:nvCxnSpPr>
          <p:cNvPr id="84" name="曲线连接符 83">
            <a:extLst>
              <a:ext uri="{FF2B5EF4-FFF2-40B4-BE49-F238E27FC236}">
                <a16:creationId xmlns:a16="http://schemas.microsoft.com/office/drawing/2014/main" id="{A93F30C8-4AE2-EB73-BA08-D85C49C54884}"/>
              </a:ext>
            </a:extLst>
          </p:cNvPr>
          <p:cNvCxnSpPr>
            <a:cxnSpLocks/>
            <a:stCxn id="72" idx="1"/>
            <a:endCxn id="56" idx="0"/>
          </p:cNvCxnSpPr>
          <p:nvPr/>
        </p:nvCxnSpPr>
        <p:spPr>
          <a:xfrm rot="10800000">
            <a:off x="1931916" y="3026012"/>
            <a:ext cx="6070049" cy="116076"/>
          </a:xfrm>
          <a:prstGeom prst="curvedConnector4">
            <a:avLst>
              <a:gd name="adj1" fmla="val 43800"/>
              <a:gd name="adj2" fmla="val 2969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曲线连接符 99">
            <a:extLst>
              <a:ext uri="{FF2B5EF4-FFF2-40B4-BE49-F238E27FC236}">
                <a16:creationId xmlns:a16="http://schemas.microsoft.com/office/drawing/2014/main" id="{D4811358-66D2-C9D7-3688-6901605C749D}"/>
              </a:ext>
            </a:extLst>
          </p:cNvPr>
          <p:cNvCxnSpPr>
            <a:cxnSpLocks/>
            <a:stCxn id="52" idx="3"/>
            <a:endCxn id="82" idx="1"/>
          </p:cNvCxnSpPr>
          <p:nvPr/>
        </p:nvCxnSpPr>
        <p:spPr>
          <a:xfrm flipV="1">
            <a:off x="5249256" y="3818689"/>
            <a:ext cx="2752708" cy="273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7290A699-5D35-6BAA-DC6E-904593307C88}"/>
              </a:ext>
            </a:extLst>
          </p:cNvPr>
          <p:cNvSpPr txBox="1"/>
          <p:nvPr/>
        </p:nvSpPr>
        <p:spPr>
          <a:xfrm>
            <a:off x="5489357" y="4043831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 </a:t>
            </a:r>
            <a:r>
              <a:rPr lang="en-US" dirty="0" err="1"/>
              <a:t>EmitSignal</a:t>
            </a:r>
            <a:endParaRPr 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EFBB941-96E6-6B51-56A0-FF138D20EE08}"/>
              </a:ext>
            </a:extLst>
          </p:cNvPr>
          <p:cNvSpPr txBox="1"/>
          <p:nvPr/>
        </p:nvSpPr>
        <p:spPr>
          <a:xfrm>
            <a:off x="1179208" y="2428603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</a:t>
            </a:r>
            <a:r>
              <a:rPr lang="en-US" dirty="0" err="1"/>
              <a:t>更新本地队列</a:t>
            </a:r>
            <a:endParaRPr 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303EABA-8594-A625-060C-153AE54B8CF7}"/>
              </a:ext>
            </a:extLst>
          </p:cNvPr>
          <p:cNvSpPr txBox="1"/>
          <p:nvPr/>
        </p:nvSpPr>
        <p:spPr>
          <a:xfrm>
            <a:off x="5202420" y="3106647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</a:t>
            </a:r>
            <a:r>
              <a:rPr lang="en-US" dirty="0" err="1"/>
              <a:t>更新远程队列</a:t>
            </a:r>
            <a:endParaRPr lang="en-US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111A486B-027B-8AAF-563C-0F847A6AE9BB}"/>
              </a:ext>
            </a:extLst>
          </p:cNvPr>
          <p:cNvCxnSpPr>
            <a:cxnSpLocks/>
          </p:cNvCxnSpPr>
          <p:nvPr/>
        </p:nvCxnSpPr>
        <p:spPr>
          <a:xfrm>
            <a:off x="7171052" y="822937"/>
            <a:ext cx="0" cy="488970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A724C581-BCDE-1326-8C45-099B17609133}"/>
              </a:ext>
            </a:extLst>
          </p:cNvPr>
          <p:cNvSpPr/>
          <p:nvPr/>
        </p:nvSpPr>
        <p:spPr>
          <a:xfrm>
            <a:off x="8563088" y="1698122"/>
            <a:ext cx="1505414" cy="5464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6E8DB03C-C321-88C9-B439-1FFBB660951E}"/>
              </a:ext>
            </a:extLst>
          </p:cNvPr>
          <p:cNvCxnSpPr>
            <a:stCxn id="121" idx="2"/>
            <a:endCxn id="72" idx="3"/>
          </p:cNvCxnSpPr>
          <p:nvPr/>
        </p:nvCxnSpPr>
        <p:spPr>
          <a:xfrm rot="16200000" flipH="1">
            <a:off x="8962808" y="2597518"/>
            <a:ext cx="897556" cy="191583"/>
          </a:xfrm>
          <a:prstGeom prst="curvedConnector4">
            <a:avLst>
              <a:gd name="adj1" fmla="val 34781"/>
              <a:gd name="adj2" fmla="val 5122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683FACC7-7B1C-B337-57EE-1D09697FF5AA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4569059" y="4295768"/>
            <a:ext cx="0" cy="745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5FEA6D6C-28F7-A341-09D8-D2A32273D57C}"/>
              </a:ext>
            </a:extLst>
          </p:cNvPr>
          <p:cNvCxnSpPr>
            <a:cxnSpLocks/>
            <a:stCxn id="56" idx="3"/>
            <a:endCxn id="52" idx="1"/>
          </p:cNvCxnSpPr>
          <p:nvPr/>
        </p:nvCxnSpPr>
        <p:spPr>
          <a:xfrm>
            <a:off x="2684622" y="3299217"/>
            <a:ext cx="1204240" cy="792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BF4BD7B8-3793-1B73-1B3B-F8D1A50FBD7A}"/>
              </a:ext>
            </a:extLst>
          </p:cNvPr>
          <p:cNvCxnSpPr>
            <a:cxnSpLocks/>
            <a:stCxn id="54" idx="3"/>
            <a:endCxn id="52" idx="1"/>
          </p:cNvCxnSpPr>
          <p:nvPr/>
        </p:nvCxnSpPr>
        <p:spPr>
          <a:xfrm>
            <a:off x="2684622" y="3944415"/>
            <a:ext cx="1204240" cy="147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曲线连接符 143">
            <a:extLst>
              <a:ext uri="{FF2B5EF4-FFF2-40B4-BE49-F238E27FC236}">
                <a16:creationId xmlns:a16="http://schemas.microsoft.com/office/drawing/2014/main" id="{FFD3FC74-EF65-A282-C13B-8EFB7094C833}"/>
              </a:ext>
            </a:extLst>
          </p:cNvPr>
          <p:cNvCxnSpPr>
            <a:cxnSpLocks/>
            <a:stCxn id="6" idx="1"/>
            <a:endCxn id="54" idx="1"/>
          </p:cNvCxnSpPr>
          <p:nvPr/>
        </p:nvCxnSpPr>
        <p:spPr>
          <a:xfrm rot="10800000" flipV="1">
            <a:off x="1179209" y="1886619"/>
            <a:ext cx="435311" cy="2057796"/>
          </a:xfrm>
          <a:prstGeom prst="curvedConnector3">
            <a:avLst>
              <a:gd name="adj1" fmla="val 1525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ADBE41DE-0498-CD67-2C95-6BA22710AA6A}"/>
              </a:ext>
            </a:extLst>
          </p:cNvPr>
          <p:cNvSpPr txBox="1"/>
          <p:nvPr/>
        </p:nvSpPr>
        <p:spPr>
          <a:xfrm>
            <a:off x="9192969" y="925392"/>
            <a:ext cx="94609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Initiator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9BB32F5-C0BB-0421-B10E-4919444B1593}"/>
              </a:ext>
            </a:extLst>
          </p:cNvPr>
          <p:cNvSpPr txBox="1"/>
          <p:nvPr/>
        </p:nvSpPr>
        <p:spPr>
          <a:xfrm>
            <a:off x="1304980" y="691801"/>
            <a:ext cx="125386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Responder</a:t>
            </a:r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DDF8A8C3-24CB-E46F-1E1E-E3A610AD1D6E}"/>
              </a:ext>
            </a:extLst>
          </p:cNvPr>
          <p:cNvCxnSpPr>
            <a:cxnSpLocks/>
          </p:cNvCxnSpPr>
          <p:nvPr/>
        </p:nvCxnSpPr>
        <p:spPr>
          <a:xfrm>
            <a:off x="642459" y="2428603"/>
            <a:ext cx="9811867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7D67881A-BC3C-2D0E-841B-B823A7D5B1B1}"/>
              </a:ext>
            </a:extLst>
          </p:cNvPr>
          <p:cNvSpPr txBox="1"/>
          <p:nvPr/>
        </p:nvSpPr>
        <p:spPr>
          <a:xfrm>
            <a:off x="3979344" y="5159096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高速互联</a:t>
            </a:r>
            <a:r>
              <a:rPr lang="zh-CN" altLang="en-US" dirty="0"/>
              <a:t> </a:t>
            </a:r>
            <a:r>
              <a:rPr lang="en-US" altLang="zh-CN" dirty="0"/>
              <a:t>RDMA / </a:t>
            </a:r>
            <a:r>
              <a:rPr lang="en-US" altLang="zh-CN" dirty="0" err="1"/>
              <a:t>NVLink</a:t>
            </a:r>
            <a:endParaRPr 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D4B7B42-3DBE-BC43-28F0-17B4BFC2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29" y="368919"/>
            <a:ext cx="23241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6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4CB5-0756-F000-CB9F-D2D86926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C54BA15F-98CA-ED1E-6919-B3AE7E2E2265}"/>
              </a:ext>
            </a:extLst>
          </p:cNvPr>
          <p:cNvSpPr/>
          <p:nvPr/>
        </p:nvSpPr>
        <p:spPr>
          <a:xfrm>
            <a:off x="3368433" y="227880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ACAC7FD-37FA-8B91-A9A6-0DE20868CEF3}"/>
              </a:ext>
            </a:extLst>
          </p:cNvPr>
          <p:cNvSpPr/>
          <p:nvPr/>
        </p:nvSpPr>
        <p:spPr>
          <a:xfrm>
            <a:off x="2984035" y="227880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84C52D-53EE-9B02-2974-829CCD813307}"/>
              </a:ext>
            </a:extLst>
          </p:cNvPr>
          <p:cNvSpPr/>
          <p:nvPr/>
        </p:nvSpPr>
        <p:spPr>
          <a:xfrm>
            <a:off x="3752831" y="227880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3CAC058-C84D-6E5F-C502-C48D000E69C2}"/>
              </a:ext>
            </a:extLst>
          </p:cNvPr>
          <p:cNvSpPr/>
          <p:nvPr/>
        </p:nvSpPr>
        <p:spPr>
          <a:xfrm>
            <a:off x="4137229" y="227880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7074CB-2858-D370-91E0-C625B643C879}"/>
              </a:ext>
            </a:extLst>
          </p:cNvPr>
          <p:cNvSpPr/>
          <p:nvPr/>
        </p:nvSpPr>
        <p:spPr>
          <a:xfrm>
            <a:off x="3368433" y="315123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35570E8-6F5D-412D-6CF1-586274E8269C}"/>
              </a:ext>
            </a:extLst>
          </p:cNvPr>
          <p:cNvSpPr/>
          <p:nvPr/>
        </p:nvSpPr>
        <p:spPr>
          <a:xfrm>
            <a:off x="2984035" y="315123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B8D024-6755-DF7E-ADC3-4266EC8D3C12}"/>
              </a:ext>
            </a:extLst>
          </p:cNvPr>
          <p:cNvSpPr/>
          <p:nvPr/>
        </p:nvSpPr>
        <p:spPr>
          <a:xfrm>
            <a:off x="3752831" y="315123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B73F0F0-440C-F158-AEAF-8E51CBB37D06}"/>
              </a:ext>
            </a:extLst>
          </p:cNvPr>
          <p:cNvSpPr/>
          <p:nvPr/>
        </p:nvSpPr>
        <p:spPr>
          <a:xfrm>
            <a:off x="4137229" y="315123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5293328-98CD-346E-369C-53B349B44612}"/>
              </a:ext>
            </a:extLst>
          </p:cNvPr>
          <p:cNvSpPr/>
          <p:nvPr/>
        </p:nvSpPr>
        <p:spPr>
          <a:xfrm>
            <a:off x="4521627" y="315123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6C8628C4-6F17-C712-2EDB-1F53CE385084}"/>
              </a:ext>
            </a:extLst>
          </p:cNvPr>
          <p:cNvCxnSpPr>
            <a:cxnSpLocks/>
          </p:cNvCxnSpPr>
          <p:nvPr/>
        </p:nvCxnSpPr>
        <p:spPr>
          <a:xfrm flipV="1">
            <a:off x="2599636" y="1627231"/>
            <a:ext cx="0" cy="199208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52EE6DC-C856-73E0-2AB4-9ED264F49273}"/>
              </a:ext>
            </a:extLst>
          </p:cNvPr>
          <p:cNvSpPr txBox="1"/>
          <p:nvPr/>
        </p:nvSpPr>
        <p:spPr>
          <a:xfrm>
            <a:off x="1239257" y="17816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高优先级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00B72B-8981-05F7-F9D5-7D82AD0D4D49}"/>
              </a:ext>
            </a:extLst>
          </p:cNvPr>
          <p:cNvSpPr txBox="1"/>
          <p:nvPr/>
        </p:nvSpPr>
        <p:spPr>
          <a:xfrm>
            <a:off x="1239257" y="31154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低优先级</a:t>
            </a:r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DB9A7-EAB4-F92F-E5AC-7B7DFBAD9C74}"/>
              </a:ext>
            </a:extLst>
          </p:cNvPr>
          <p:cNvSpPr txBox="1"/>
          <p:nvPr/>
        </p:nvSpPr>
        <p:spPr>
          <a:xfrm>
            <a:off x="2984035" y="270526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8C8E3E-719B-5203-8BAC-66924D1DC588}"/>
              </a:ext>
            </a:extLst>
          </p:cNvPr>
          <p:cNvSpPr/>
          <p:nvPr/>
        </p:nvSpPr>
        <p:spPr>
          <a:xfrm>
            <a:off x="9106725" y="2285018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0A8703-727E-193B-F8E2-C1969FE92A86}"/>
              </a:ext>
            </a:extLst>
          </p:cNvPr>
          <p:cNvSpPr/>
          <p:nvPr/>
        </p:nvSpPr>
        <p:spPr>
          <a:xfrm>
            <a:off x="8722327" y="2285018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ADB774-3662-6F45-DF2B-D59AE45319BB}"/>
              </a:ext>
            </a:extLst>
          </p:cNvPr>
          <p:cNvSpPr txBox="1"/>
          <p:nvPr/>
        </p:nvSpPr>
        <p:spPr>
          <a:xfrm>
            <a:off x="8722327" y="271147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AA248C5-F57A-7A95-3F6E-7F2C89581E17}"/>
              </a:ext>
            </a:extLst>
          </p:cNvPr>
          <p:cNvSpPr/>
          <p:nvPr/>
        </p:nvSpPr>
        <p:spPr>
          <a:xfrm>
            <a:off x="9106725" y="314249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A16BAB-B9CC-9D40-DD64-D7C39C2A516A}"/>
              </a:ext>
            </a:extLst>
          </p:cNvPr>
          <p:cNvSpPr/>
          <p:nvPr/>
        </p:nvSpPr>
        <p:spPr>
          <a:xfrm>
            <a:off x="8722327" y="314249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F76700-C211-0BF7-10CD-7C1D41D36257}"/>
              </a:ext>
            </a:extLst>
          </p:cNvPr>
          <p:cNvSpPr/>
          <p:nvPr/>
        </p:nvSpPr>
        <p:spPr>
          <a:xfrm>
            <a:off x="9491123" y="314249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7B9BA23-1856-25FD-4976-E9E52C98A4D6}"/>
              </a:ext>
            </a:extLst>
          </p:cNvPr>
          <p:cNvSpPr/>
          <p:nvPr/>
        </p:nvSpPr>
        <p:spPr>
          <a:xfrm>
            <a:off x="9875521" y="314249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C932E16-75A8-0223-92F7-2E85B8D004DF}"/>
              </a:ext>
            </a:extLst>
          </p:cNvPr>
          <p:cNvSpPr/>
          <p:nvPr/>
        </p:nvSpPr>
        <p:spPr>
          <a:xfrm>
            <a:off x="10259919" y="3142490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5C5117D-A10F-B7C6-AE78-DF9454910C69}"/>
              </a:ext>
            </a:extLst>
          </p:cNvPr>
          <p:cNvSpPr/>
          <p:nvPr/>
        </p:nvSpPr>
        <p:spPr>
          <a:xfrm>
            <a:off x="6201383" y="1827762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F3FA02F-08A4-8231-F3A3-4924DD60D83B}"/>
              </a:ext>
            </a:extLst>
          </p:cNvPr>
          <p:cNvSpPr/>
          <p:nvPr/>
        </p:nvSpPr>
        <p:spPr>
          <a:xfrm>
            <a:off x="5816985" y="1827762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33FD4B-E762-090B-4FA8-393B246491C1}"/>
              </a:ext>
            </a:extLst>
          </p:cNvPr>
          <p:cNvSpPr/>
          <p:nvPr/>
        </p:nvSpPr>
        <p:spPr>
          <a:xfrm>
            <a:off x="6201383" y="228915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D4A7468-7C86-6494-2D88-7718C61F2D78}"/>
              </a:ext>
            </a:extLst>
          </p:cNvPr>
          <p:cNvSpPr/>
          <p:nvPr/>
        </p:nvSpPr>
        <p:spPr>
          <a:xfrm>
            <a:off x="5816985" y="2289159"/>
            <a:ext cx="384398" cy="3498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66D6372-92CD-82EF-4836-2E90ABFD1980}"/>
              </a:ext>
            </a:extLst>
          </p:cNvPr>
          <p:cNvSpPr txBox="1"/>
          <p:nvPr/>
        </p:nvSpPr>
        <p:spPr>
          <a:xfrm>
            <a:off x="5816985" y="271561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17653C7-B0FA-83A2-1A19-120801FB4E13}"/>
              </a:ext>
            </a:extLst>
          </p:cNvPr>
          <p:cNvSpPr/>
          <p:nvPr/>
        </p:nvSpPr>
        <p:spPr>
          <a:xfrm>
            <a:off x="6201383" y="3146631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5E60560-396F-1300-05F6-EA60F847F215}"/>
              </a:ext>
            </a:extLst>
          </p:cNvPr>
          <p:cNvSpPr/>
          <p:nvPr/>
        </p:nvSpPr>
        <p:spPr>
          <a:xfrm>
            <a:off x="5816985" y="3146631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478E725-6F68-EEF3-8BB5-FD6D555D2A18}"/>
              </a:ext>
            </a:extLst>
          </p:cNvPr>
          <p:cNvSpPr/>
          <p:nvPr/>
        </p:nvSpPr>
        <p:spPr>
          <a:xfrm>
            <a:off x="6585781" y="3146631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E9E9ED5-8823-FC31-319C-18CCD0D7812F}"/>
              </a:ext>
            </a:extLst>
          </p:cNvPr>
          <p:cNvSpPr/>
          <p:nvPr/>
        </p:nvSpPr>
        <p:spPr>
          <a:xfrm>
            <a:off x="6970179" y="3146631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68E800C-8B36-8EAB-E556-BDBF8883198B}"/>
              </a:ext>
            </a:extLst>
          </p:cNvPr>
          <p:cNvSpPr/>
          <p:nvPr/>
        </p:nvSpPr>
        <p:spPr>
          <a:xfrm>
            <a:off x="7354577" y="3146631"/>
            <a:ext cx="384398" cy="3498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8" name="右箭头 87">
            <a:extLst>
              <a:ext uri="{FF2B5EF4-FFF2-40B4-BE49-F238E27FC236}">
                <a16:creationId xmlns:a16="http://schemas.microsoft.com/office/drawing/2014/main" id="{433FC082-15E3-92C8-732B-6913C3CC8A07}"/>
              </a:ext>
            </a:extLst>
          </p:cNvPr>
          <p:cNvSpPr/>
          <p:nvPr/>
        </p:nvSpPr>
        <p:spPr>
          <a:xfrm>
            <a:off x="5032557" y="2306304"/>
            <a:ext cx="461554" cy="271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右箭头 88">
            <a:extLst>
              <a:ext uri="{FF2B5EF4-FFF2-40B4-BE49-F238E27FC236}">
                <a16:creationId xmlns:a16="http://schemas.microsoft.com/office/drawing/2014/main" id="{E3DA3158-A256-4CE0-A939-302C187D1DD0}"/>
              </a:ext>
            </a:extLst>
          </p:cNvPr>
          <p:cNvSpPr/>
          <p:nvPr/>
        </p:nvSpPr>
        <p:spPr>
          <a:xfrm>
            <a:off x="7876375" y="2306304"/>
            <a:ext cx="461554" cy="271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B1CAA215-8682-0563-681D-AEBAA266AA9F}"/>
              </a:ext>
            </a:extLst>
          </p:cNvPr>
          <p:cNvSpPr/>
          <p:nvPr/>
        </p:nvSpPr>
        <p:spPr>
          <a:xfrm>
            <a:off x="2931889" y="2232661"/>
            <a:ext cx="866288" cy="44380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A19F6B3-A146-3E5D-2167-DE48EDD4ECD2}"/>
              </a:ext>
            </a:extLst>
          </p:cNvPr>
          <p:cNvSpPr/>
          <p:nvPr/>
        </p:nvSpPr>
        <p:spPr>
          <a:xfrm>
            <a:off x="2980859" y="1790470"/>
            <a:ext cx="1919499" cy="394355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队列为空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4BD559F-8623-02BD-D240-819FA68C0E19}"/>
              </a:ext>
            </a:extLst>
          </p:cNvPr>
          <p:cNvSpPr txBox="1"/>
          <p:nvPr/>
        </p:nvSpPr>
        <p:spPr>
          <a:xfrm>
            <a:off x="2868070" y="124810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调度中优先级分片</a:t>
            </a:r>
            <a:endParaRPr 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74701B2-5175-B9A2-FA9A-DCC538BF190D}"/>
              </a:ext>
            </a:extLst>
          </p:cNvPr>
          <p:cNvSpPr txBox="1"/>
          <p:nvPr/>
        </p:nvSpPr>
        <p:spPr>
          <a:xfrm>
            <a:off x="8498060" y="125789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调度高优先级分片</a:t>
            </a:r>
            <a:endParaRPr 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646BF19-A2B3-50F1-BE91-D9D6DFB1227C}"/>
              </a:ext>
            </a:extLst>
          </p:cNvPr>
          <p:cNvSpPr txBox="1"/>
          <p:nvPr/>
        </p:nvSpPr>
        <p:spPr>
          <a:xfrm>
            <a:off x="5024485" y="25776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⏰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C820F44-E2D9-940D-C14A-EFC9A225F2BE}"/>
              </a:ext>
            </a:extLst>
          </p:cNvPr>
          <p:cNvSpPr txBox="1"/>
          <p:nvPr/>
        </p:nvSpPr>
        <p:spPr>
          <a:xfrm>
            <a:off x="7841762" y="25711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⏰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F0B9DDD-845C-9219-9C9E-6B3EF4EF5D08}"/>
              </a:ext>
            </a:extLst>
          </p:cNvPr>
          <p:cNvSpPr txBox="1"/>
          <p:nvPr/>
        </p:nvSpPr>
        <p:spPr>
          <a:xfrm>
            <a:off x="5734050" y="125026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高优先级任务到达</a:t>
            </a:r>
            <a:endParaRPr lang="en-US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5ECD7BB-211B-2E28-04BD-EAC8FEF709DF}"/>
              </a:ext>
            </a:extLst>
          </p:cNvPr>
          <p:cNvSpPr txBox="1"/>
          <p:nvPr/>
        </p:nvSpPr>
        <p:spPr>
          <a:xfrm>
            <a:off x="1239257" y="22391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中优先级</a:t>
            </a:r>
            <a:endParaRPr lang="en-US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55A9926E-87CE-E8C1-4A89-966464142626}"/>
              </a:ext>
            </a:extLst>
          </p:cNvPr>
          <p:cNvSpPr/>
          <p:nvPr/>
        </p:nvSpPr>
        <p:spPr>
          <a:xfrm>
            <a:off x="6582606" y="182702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4CF08D6-6C54-4179-4877-9AE0D9670D89}"/>
              </a:ext>
            </a:extLst>
          </p:cNvPr>
          <p:cNvSpPr/>
          <p:nvPr/>
        </p:nvSpPr>
        <p:spPr>
          <a:xfrm>
            <a:off x="9115763" y="182702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210721A-3209-89BF-4D88-988C7E2E2DBF}"/>
              </a:ext>
            </a:extLst>
          </p:cNvPr>
          <p:cNvSpPr/>
          <p:nvPr/>
        </p:nvSpPr>
        <p:spPr>
          <a:xfrm>
            <a:off x="8731365" y="1827020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FE5AB0D-CF62-6A4C-E956-0CB6F9728AB5}"/>
              </a:ext>
            </a:extLst>
          </p:cNvPr>
          <p:cNvSpPr/>
          <p:nvPr/>
        </p:nvSpPr>
        <p:spPr>
          <a:xfrm>
            <a:off x="9496986" y="1826278"/>
            <a:ext cx="384398" cy="3498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A1C5B9E-04D1-7080-EA89-18698DD2E9FD}"/>
              </a:ext>
            </a:extLst>
          </p:cNvPr>
          <p:cNvSpPr/>
          <p:nvPr/>
        </p:nvSpPr>
        <p:spPr>
          <a:xfrm>
            <a:off x="8682619" y="1779530"/>
            <a:ext cx="866288" cy="443801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DB7AFB0-A3E3-6F05-7684-CB5589C1F50F}"/>
              </a:ext>
            </a:extLst>
          </p:cNvPr>
          <p:cNvSpPr txBox="1"/>
          <p:nvPr/>
        </p:nvSpPr>
        <p:spPr>
          <a:xfrm>
            <a:off x="2980859" y="3702354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 = 0, N = 2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D0D690A-3E77-8624-5A39-10BE52E44320}"/>
              </a:ext>
            </a:extLst>
          </p:cNvPr>
          <p:cNvSpPr txBox="1"/>
          <p:nvPr/>
        </p:nvSpPr>
        <p:spPr>
          <a:xfrm>
            <a:off x="5816985" y="3713694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 = 2, N = 2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10FA8A4-11BA-827C-09F9-C53A1C01DB43}"/>
              </a:ext>
            </a:extLst>
          </p:cNvPr>
          <p:cNvSpPr txBox="1"/>
          <p:nvPr/>
        </p:nvSpPr>
        <p:spPr>
          <a:xfrm>
            <a:off x="8682619" y="3700278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 = 0, N = 2</a:t>
            </a:r>
          </a:p>
        </p:txBody>
      </p:sp>
    </p:spTree>
    <p:extLst>
      <p:ext uri="{BB962C8B-B14F-4D97-AF65-F5344CB8AC3E}">
        <p14:creationId xmlns:p14="http://schemas.microsoft.com/office/powerpoint/2010/main" val="163622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3B98-14C1-FAE3-581E-A9CD2C65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78D78E3-F403-E1BB-A96A-4A9164D6723C}"/>
              </a:ext>
            </a:extLst>
          </p:cNvPr>
          <p:cNvSpPr/>
          <p:nvPr/>
        </p:nvSpPr>
        <p:spPr>
          <a:xfrm>
            <a:off x="1473117" y="1689216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F634E11-8CE5-81DE-B14E-04FB84C13A15}"/>
              </a:ext>
            </a:extLst>
          </p:cNvPr>
          <p:cNvSpPr/>
          <p:nvPr/>
        </p:nvSpPr>
        <p:spPr>
          <a:xfrm>
            <a:off x="1179208" y="3671210"/>
            <a:ext cx="1505414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本地队列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6D8F302-81E5-8A46-6920-8806475EB5ED}"/>
              </a:ext>
            </a:extLst>
          </p:cNvPr>
          <p:cNvSpPr/>
          <p:nvPr/>
        </p:nvSpPr>
        <p:spPr>
          <a:xfrm>
            <a:off x="1179208" y="3026012"/>
            <a:ext cx="1505414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远程队列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BF4DAB8D-C7A1-ECDA-EFD0-25812DD96A51}"/>
              </a:ext>
            </a:extLst>
          </p:cNvPr>
          <p:cNvCxnSpPr/>
          <p:nvPr/>
        </p:nvCxnSpPr>
        <p:spPr>
          <a:xfrm>
            <a:off x="746956" y="5041701"/>
            <a:ext cx="9555609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967D9335-7189-E484-7042-3E33CBD54C0D}"/>
              </a:ext>
            </a:extLst>
          </p:cNvPr>
          <p:cNvSpPr/>
          <p:nvPr/>
        </p:nvSpPr>
        <p:spPr>
          <a:xfrm>
            <a:off x="8001963" y="2868883"/>
            <a:ext cx="1565075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远程队列端点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6EA4856-A484-0CF4-0D80-6D083DC2AEB8}"/>
              </a:ext>
            </a:extLst>
          </p:cNvPr>
          <p:cNvSpPr txBox="1"/>
          <p:nvPr/>
        </p:nvSpPr>
        <p:spPr>
          <a:xfrm>
            <a:off x="4612665" y="455497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</a:t>
            </a:r>
            <a:r>
              <a:rPr lang="en-US" dirty="0" err="1"/>
              <a:t>EmitCopy</a:t>
            </a:r>
            <a:endParaRPr 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434EA3C-E8AA-7D1B-64F7-1F93EF6B9951}"/>
              </a:ext>
            </a:extLst>
          </p:cNvPr>
          <p:cNvSpPr/>
          <p:nvPr/>
        </p:nvSpPr>
        <p:spPr>
          <a:xfrm>
            <a:off x="8001963" y="3545484"/>
            <a:ext cx="1565073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通知缓冲区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4" name="曲线连接符 83">
            <a:extLst>
              <a:ext uri="{FF2B5EF4-FFF2-40B4-BE49-F238E27FC236}">
                <a16:creationId xmlns:a16="http://schemas.microsoft.com/office/drawing/2014/main" id="{DB2E06FA-44E8-6A08-F861-1B8445650A9F}"/>
              </a:ext>
            </a:extLst>
          </p:cNvPr>
          <p:cNvCxnSpPr>
            <a:cxnSpLocks/>
            <a:stCxn id="72" idx="1"/>
            <a:endCxn id="56" idx="0"/>
          </p:cNvCxnSpPr>
          <p:nvPr/>
        </p:nvCxnSpPr>
        <p:spPr>
          <a:xfrm rot="10800000">
            <a:off x="1931915" y="3026012"/>
            <a:ext cx="6070048" cy="116076"/>
          </a:xfrm>
          <a:prstGeom prst="curvedConnector4">
            <a:avLst>
              <a:gd name="adj1" fmla="val 43800"/>
              <a:gd name="adj2" fmla="val 2969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曲线连接符 99">
            <a:extLst>
              <a:ext uri="{FF2B5EF4-FFF2-40B4-BE49-F238E27FC236}">
                <a16:creationId xmlns:a16="http://schemas.microsoft.com/office/drawing/2014/main" id="{BD033165-506F-2231-C466-D8C8B9D8E5B9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5249256" y="3818689"/>
            <a:ext cx="2752707" cy="273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C4C425-5DF9-49BB-18F1-1044420650A4}"/>
              </a:ext>
            </a:extLst>
          </p:cNvPr>
          <p:cNvSpPr txBox="1"/>
          <p:nvPr/>
        </p:nvSpPr>
        <p:spPr>
          <a:xfrm>
            <a:off x="5565480" y="405470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 </a:t>
            </a:r>
            <a:r>
              <a:rPr lang="en-US" dirty="0" err="1"/>
              <a:t>EmitSignal</a:t>
            </a:r>
            <a:endParaRPr 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C263FA6-DBED-5F08-3873-19903FDD5041}"/>
              </a:ext>
            </a:extLst>
          </p:cNvPr>
          <p:cNvSpPr txBox="1"/>
          <p:nvPr/>
        </p:nvSpPr>
        <p:spPr>
          <a:xfrm>
            <a:off x="1179208" y="2428603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</a:t>
            </a:r>
            <a:r>
              <a:rPr lang="en-US" dirty="0" err="1"/>
              <a:t>更新本地队列</a:t>
            </a:r>
            <a:endParaRPr 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FB3FDE3-15AC-9A33-FE5A-E634F6AB269D}"/>
              </a:ext>
            </a:extLst>
          </p:cNvPr>
          <p:cNvSpPr txBox="1"/>
          <p:nvPr/>
        </p:nvSpPr>
        <p:spPr>
          <a:xfrm>
            <a:off x="5859641" y="2611567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</a:t>
            </a:r>
            <a:r>
              <a:rPr lang="en-US" dirty="0" err="1"/>
              <a:t>更新远程队列</a:t>
            </a:r>
            <a:endParaRPr lang="en-US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962E4139-E778-C83A-C550-C8A2B0EA40C6}"/>
              </a:ext>
            </a:extLst>
          </p:cNvPr>
          <p:cNvCxnSpPr>
            <a:cxnSpLocks/>
          </p:cNvCxnSpPr>
          <p:nvPr/>
        </p:nvCxnSpPr>
        <p:spPr>
          <a:xfrm>
            <a:off x="7171052" y="1470581"/>
            <a:ext cx="0" cy="424206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6FD9C16C-DB92-9F55-04F1-FADC560954D3}"/>
              </a:ext>
            </a:extLst>
          </p:cNvPr>
          <p:cNvSpPr/>
          <p:nvPr/>
        </p:nvSpPr>
        <p:spPr>
          <a:xfrm>
            <a:off x="9072067" y="1690542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88170D64-A742-5F20-E76A-0AD20514CA5B}"/>
              </a:ext>
            </a:extLst>
          </p:cNvPr>
          <p:cNvCxnSpPr>
            <a:cxnSpLocks/>
            <a:stCxn id="121" idx="2"/>
            <a:endCxn id="72" idx="3"/>
          </p:cNvCxnSpPr>
          <p:nvPr/>
        </p:nvCxnSpPr>
        <p:spPr>
          <a:xfrm rot="5400000">
            <a:off x="9243338" y="2560652"/>
            <a:ext cx="905136" cy="2577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C21ACCC1-077A-310C-DF8D-C5DB288E2061}"/>
              </a:ext>
            </a:extLst>
          </p:cNvPr>
          <p:cNvCxnSpPr>
            <a:cxnSpLocks/>
          </p:cNvCxnSpPr>
          <p:nvPr/>
        </p:nvCxnSpPr>
        <p:spPr>
          <a:xfrm>
            <a:off x="4569059" y="4295768"/>
            <a:ext cx="0" cy="745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3E5A11EF-83B9-A246-98F2-54639F92CDBD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2684622" y="3299217"/>
            <a:ext cx="1237650" cy="444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83CAFF3C-D2B9-E974-11DE-90CD6530FBD3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2684622" y="3944415"/>
            <a:ext cx="1196552" cy="63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曲线连接符 143">
            <a:extLst>
              <a:ext uri="{FF2B5EF4-FFF2-40B4-BE49-F238E27FC236}">
                <a16:creationId xmlns:a16="http://schemas.microsoft.com/office/drawing/2014/main" id="{D0D5E551-7F60-5310-6166-5633738EB282}"/>
              </a:ext>
            </a:extLst>
          </p:cNvPr>
          <p:cNvCxnSpPr>
            <a:cxnSpLocks/>
            <a:stCxn id="6" idx="1"/>
            <a:endCxn id="54" idx="1"/>
          </p:cNvCxnSpPr>
          <p:nvPr/>
        </p:nvCxnSpPr>
        <p:spPr>
          <a:xfrm rot="10800000" flipV="1">
            <a:off x="1179209" y="1962421"/>
            <a:ext cx="293909" cy="1981994"/>
          </a:xfrm>
          <a:prstGeom prst="curvedConnector3">
            <a:avLst>
              <a:gd name="adj1" fmla="val 1777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688ECFD4-90E4-AD47-9431-BE65384F8FDB}"/>
              </a:ext>
            </a:extLst>
          </p:cNvPr>
          <p:cNvSpPr txBox="1"/>
          <p:nvPr/>
        </p:nvSpPr>
        <p:spPr>
          <a:xfrm>
            <a:off x="7393122" y="1743318"/>
            <a:ext cx="94609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Initiator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B1A2FBD7-73A8-D203-6B78-8AC801960215}"/>
              </a:ext>
            </a:extLst>
          </p:cNvPr>
          <p:cNvSpPr txBox="1"/>
          <p:nvPr/>
        </p:nvSpPr>
        <p:spPr>
          <a:xfrm>
            <a:off x="5665640" y="1747315"/>
            <a:ext cx="125386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Responder</a:t>
            </a:r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3125EB2B-4040-D53F-49A0-B719D1AC1D9B}"/>
              </a:ext>
            </a:extLst>
          </p:cNvPr>
          <p:cNvCxnSpPr>
            <a:cxnSpLocks/>
          </p:cNvCxnSpPr>
          <p:nvPr/>
        </p:nvCxnSpPr>
        <p:spPr>
          <a:xfrm>
            <a:off x="642459" y="2428603"/>
            <a:ext cx="9811867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6A411128-D214-340B-E0F1-F0A541E93457}"/>
              </a:ext>
            </a:extLst>
          </p:cNvPr>
          <p:cNvSpPr txBox="1"/>
          <p:nvPr/>
        </p:nvSpPr>
        <p:spPr>
          <a:xfrm>
            <a:off x="3979344" y="5159096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高速互联</a:t>
            </a:r>
            <a:r>
              <a:rPr lang="zh-CN" altLang="en-US" dirty="0"/>
              <a:t> </a:t>
            </a:r>
            <a:r>
              <a:rPr lang="en-US" altLang="zh-CN" dirty="0"/>
              <a:t>RDMA / </a:t>
            </a:r>
            <a:r>
              <a:rPr lang="en-US" altLang="zh-CN" dirty="0" err="1"/>
              <a:t>NVLink</a:t>
            </a:r>
            <a:endParaRPr 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641BD5-A436-59E6-5232-967912C24212}"/>
              </a:ext>
            </a:extLst>
          </p:cNvPr>
          <p:cNvSpPr txBox="1"/>
          <p:nvPr/>
        </p:nvSpPr>
        <p:spPr>
          <a:xfrm>
            <a:off x="3993450" y="31420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待发送请求</a:t>
            </a:r>
            <a:endParaRPr lang="en-US" dirty="0"/>
          </a:p>
        </p:txBody>
      </p:sp>
      <p:cxnSp>
        <p:nvCxnSpPr>
          <p:cNvPr id="34" name="曲线连接符 33">
            <a:extLst>
              <a:ext uri="{FF2B5EF4-FFF2-40B4-BE49-F238E27FC236}">
                <a16:creationId xmlns:a16="http://schemas.microsoft.com/office/drawing/2014/main" id="{91866527-4C94-8A7E-BC67-8BB9436C566D}"/>
              </a:ext>
            </a:extLst>
          </p:cNvPr>
          <p:cNvCxnSpPr>
            <a:cxnSpLocks/>
            <a:stCxn id="82" idx="3"/>
          </p:cNvCxnSpPr>
          <p:nvPr/>
        </p:nvCxnSpPr>
        <p:spPr>
          <a:xfrm flipV="1">
            <a:off x="9567036" y="2274790"/>
            <a:ext cx="735529" cy="15438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BF5CE8F6-756C-D453-B7B7-817C61B7FD50}"/>
              </a:ext>
            </a:extLst>
          </p:cNvPr>
          <p:cNvCxnSpPr/>
          <p:nvPr/>
        </p:nvCxnSpPr>
        <p:spPr>
          <a:xfrm rot="10800000">
            <a:off x="3067868" y="1962421"/>
            <a:ext cx="2343119" cy="1981994"/>
          </a:xfrm>
          <a:prstGeom prst="curvedConnector3">
            <a:avLst>
              <a:gd name="adj1" fmla="val -244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3CDE3B0-AAB2-03EE-487D-D247040C5AF0}"/>
              </a:ext>
            </a:extLst>
          </p:cNvPr>
          <p:cNvSpPr txBox="1"/>
          <p:nvPr/>
        </p:nvSpPr>
        <p:spPr>
          <a:xfrm>
            <a:off x="9695906" y="3783119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54E3FD0-5C51-5BFB-30CA-E6E51D66E2F0}"/>
              </a:ext>
            </a:extLst>
          </p:cNvPr>
          <p:cNvSpPr txBox="1"/>
          <p:nvPr/>
        </p:nvSpPr>
        <p:spPr>
          <a:xfrm>
            <a:off x="3394915" y="1596663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E2F5D1-B810-987F-9A92-1545A0FD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05" y="3519921"/>
            <a:ext cx="1305037" cy="75592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28B54C-7BFA-C325-B51E-989B195DCF26}"/>
              </a:ext>
            </a:extLst>
          </p:cNvPr>
          <p:cNvSpPr txBox="1"/>
          <p:nvPr/>
        </p:nvSpPr>
        <p:spPr>
          <a:xfrm>
            <a:off x="2647317" y="411000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(3)</a:t>
            </a:r>
            <a:r>
              <a:rPr lang="zh-CN" altLang="en-US" dirty="0"/>
              <a:t> 请求匹配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7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1A73-9C47-6C18-139E-7246C889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5306D58-EEC1-BCED-8A41-80DA8813E48E}"/>
              </a:ext>
            </a:extLst>
          </p:cNvPr>
          <p:cNvSpPr/>
          <p:nvPr/>
        </p:nvSpPr>
        <p:spPr>
          <a:xfrm>
            <a:off x="428871" y="1237385"/>
            <a:ext cx="10607893" cy="32413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79FBAE1-D842-1118-C8D7-0511D642A87F}"/>
              </a:ext>
            </a:extLst>
          </p:cNvPr>
          <p:cNvSpPr/>
          <p:nvPr/>
        </p:nvSpPr>
        <p:spPr>
          <a:xfrm>
            <a:off x="542226" y="1348784"/>
            <a:ext cx="10607893" cy="32413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2C3EB4-862B-44DE-4E5F-3C9DBACC9725}"/>
              </a:ext>
            </a:extLst>
          </p:cNvPr>
          <p:cNvSpPr/>
          <p:nvPr/>
        </p:nvSpPr>
        <p:spPr>
          <a:xfrm>
            <a:off x="649454" y="1451166"/>
            <a:ext cx="10607893" cy="32413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6FA3D5-83F5-D939-6B40-698CA4E54623}"/>
              </a:ext>
            </a:extLst>
          </p:cNvPr>
          <p:cNvSpPr/>
          <p:nvPr/>
        </p:nvSpPr>
        <p:spPr>
          <a:xfrm>
            <a:off x="762809" y="1557752"/>
            <a:ext cx="10607893" cy="32413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2F2B1E-BCBC-C934-951A-C948B182BBDA}"/>
              </a:ext>
            </a:extLst>
          </p:cNvPr>
          <p:cNvSpPr/>
          <p:nvPr/>
        </p:nvSpPr>
        <p:spPr>
          <a:xfrm>
            <a:off x="649454" y="315881"/>
            <a:ext cx="10607893" cy="9580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41C42C-DC07-B18A-5E4C-6F6BFE7E783A}"/>
              </a:ext>
            </a:extLst>
          </p:cNvPr>
          <p:cNvSpPr/>
          <p:nvPr/>
        </p:nvSpPr>
        <p:spPr>
          <a:xfrm>
            <a:off x="877798" y="1657876"/>
            <a:ext cx="10607893" cy="32413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A1229E-F346-3883-DADC-1432874401EF}"/>
              </a:ext>
            </a:extLst>
          </p:cNvPr>
          <p:cNvSpPr/>
          <p:nvPr/>
        </p:nvSpPr>
        <p:spPr>
          <a:xfrm>
            <a:off x="649454" y="4974762"/>
            <a:ext cx="10607893" cy="13090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70E06F-3629-3084-1912-AC22D939D429}"/>
              </a:ext>
            </a:extLst>
          </p:cNvPr>
          <p:cNvSpPr/>
          <p:nvPr/>
        </p:nvSpPr>
        <p:spPr>
          <a:xfrm>
            <a:off x="4306364" y="2368280"/>
            <a:ext cx="1546511" cy="128416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bg2">
                <a:lumMod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31108-205E-A582-2A77-A1CC1F6F1E00}"/>
              </a:ext>
            </a:extLst>
          </p:cNvPr>
          <p:cNvSpPr/>
          <p:nvPr/>
        </p:nvSpPr>
        <p:spPr>
          <a:xfrm>
            <a:off x="1501388" y="549909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28ACC6B-1A89-0A95-26E9-36EC8223B112}"/>
              </a:ext>
            </a:extLst>
          </p:cNvPr>
          <p:cNvSpPr/>
          <p:nvPr/>
        </p:nvSpPr>
        <p:spPr>
          <a:xfrm>
            <a:off x="1212178" y="2972710"/>
            <a:ext cx="1759035" cy="5464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本地请求队列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B6FBB5D-464F-D539-E8CF-666E9917FEEB}"/>
              </a:ext>
            </a:extLst>
          </p:cNvPr>
          <p:cNvSpPr/>
          <p:nvPr/>
        </p:nvSpPr>
        <p:spPr>
          <a:xfrm>
            <a:off x="1212178" y="2327512"/>
            <a:ext cx="1759035" cy="5464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远程请求队列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1BECC6D0-1F4A-D40A-29FC-3D83FABDAAF8}"/>
              </a:ext>
            </a:extLst>
          </p:cNvPr>
          <p:cNvCxnSpPr>
            <a:cxnSpLocks/>
          </p:cNvCxnSpPr>
          <p:nvPr/>
        </p:nvCxnSpPr>
        <p:spPr>
          <a:xfrm>
            <a:off x="195534" y="4343198"/>
            <a:ext cx="11851257" cy="0"/>
          </a:xfrm>
          <a:prstGeom prst="line">
            <a:avLst/>
          </a:prstGeom>
          <a:ln w="190500" cmpd="tri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A3567F1C-5DA9-EED5-CBB9-C562C3261391}"/>
              </a:ext>
            </a:extLst>
          </p:cNvPr>
          <p:cNvSpPr/>
          <p:nvPr/>
        </p:nvSpPr>
        <p:spPr>
          <a:xfrm>
            <a:off x="8364754" y="2170383"/>
            <a:ext cx="1565075" cy="5464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远程队列端点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0A10101-5CCB-09A6-0D1B-25AAA7FF6CBE}"/>
              </a:ext>
            </a:extLst>
          </p:cNvPr>
          <p:cNvSpPr txBox="1"/>
          <p:nvPr/>
        </p:nvSpPr>
        <p:spPr>
          <a:xfrm>
            <a:off x="4975456" y="385647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</a:t>
            </a:r>
            <a:r>
              <a:rPr lang="en-US" dirty="0" err="1"/>
              <a:t>EmitCopy</a:t>
            </a:r>
            <a:endParaRPr 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5736059-9FCE-3200-37BA-AEDEE9B7F4B2}"/>
              </a:ext>
            </a:extLst>
          </p:cNvPr>
          <p:cNvSpPr/>
          <p:nvPr/>
        </p:nvSpPr>
        <p:spPr>
          <a:xfrm>
            <a:off x="8364754" y="2846984"/>
            <a:ext cx="1565073" cy="5464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通知缓冲区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4" name="曲线连接符 83">
            <a:extLst>
              <a:ext uri="{FF2B5EF4-FFF2-40B4-BE49-F238E27FC236}">
                <a16:creationId xmlns:a16="http://schemas.microsoft.com/office/drawing/2014/main" id="{D58F21B3-B372-A062-72AA-48B69819CC0F}"/>
              </a:ext>
            </a:extLst>
          </p:cNvPr>
          <p:cNvCxnSpPr>
            <a:cxnSpLocks/>
            <a:stCxn id="72" idx="1"/>
            <a:endCxn id="56" idx="0"/>
          </p:cNvCxnSpPr>
          <p:nvPr/>
        </p:nvCxnSpPr>
        <p:spPr>
          <a:xfrm rot="10800000">
            <a:off x="2091696" y="2327512"/>
            <a:ext cx="6273058" cy="116076"/>
          </a:xfrm>
          <a:prstGeom prst="curvedConnector4">
            <a:avLst>
              <a:gd name="adj1" fmla="val 34892"/>
              <a:gd name="adj2" fmla="val 296940"/>
            </a:avLst>
          </a:prstGeom>
          <a:ln cap="flat">
            <a:solidFill>
              <a:schemeClr val="accent1"/>
            </a:solidFill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D909D07-7D5C-E34D-E563-1504F6082112}"/>
              </a:ext>
            </a:extLst>
          </p:cNvPr>
          <p:cNvSpPr txBox="1"/>
          <p:nvPr/>
        </p:nvSpPr>
        <p:spPr>
          <a:xfrm>
            <a:off x="5928271" y="335620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 </a:t>
            </a:r>
            <a:r>
              <a:rPr lang="en-US" dirty="0" err="1"/>
              <a:t>EmitSignal</a:t>
            </a:r>
            <a:endParaRPr 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A5BB0FF-BA57-2A73-C61B-AE6900160EF2}"/>
              </a:ext>
            </a:extLst>
          </p:cNvPr>
          <p:cNvSpPr txBox="1"/>
          <p:nvPr/>
        </p:nvSpPr>
        <p:spPr>
          <a:xfrm>
            <a:off x="969323" y="1763158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</a:t>
            </a:r>
            <a:r>
              <a:rPr lang="en-US" dirty="0" err="1"/>
              <a:t>更新本地队列</a:t>
            </a:r>
            <a:endParaRPr 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1FEC9D7-47BD-E81F-4D9B-8949A8DEB3F7}"/>
              </a:ext>
            </a:extLst>
          </p:cNvPr>
          <p:cNvSpPr txBox="1"/>
          <p:nvPr/>
        </p:nvSpPr>
        <p:spPr>
          <a:xfrm>
            <a:off x="5417754" y="1776510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</a:t>
            </a:r>
            <a:r>
              <a:rPr lang="en-US" dirty="0" err="1"/>
              <a:t>更新远程队列</a:t>
            </a:r>
            <a:endParaRPr lang="en-US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747C1D1-BA9D-3586-9BC2-E76ED3B696A7}"/>
              </a:ext>
            </a:extLst>
          </p:cNvPr>
          <p:cNvSpPr/>
          <p:nvPr/>
        </p:nvSpPr>
        <p:spPr>
          <a:xfrm>
            <a:off x="9387142" y="541812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642C4201-B771-B567-6586-0DEA16C45026}"/>
              </a:ext>
            </a:extLst>
          </p:cNvPr>
          <p:cNvCxnSpPr>
            <a:cxnSpLocks/>
            <a:stCxn id="121" idx="2"/>
            <a:endCxn id="72" idx="3"/>
          </p:cNvCxnSpPr>
          <p:nvPr/>
        </p:nvCxnSpPr>
        <p:spPr>
          <a:xfrm rot="5400000">
            <a:off x="9357156" y="1660895"/>
            <a:ext cx="1355366" cy="2100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AFD6615D-325D-45D2-A5FF-FF18E9825F43}"/>
              </a:ext>
            </a:extLst>
          </p:cNvPr>
          <p:cNvCxnSpPr>
            <a:cxnSpLocks/>
          </p:cNvCxnSpPr>
          <p:nvPr/>
        </p:nvCxnSpPr>
        <p:spPr>
          <a:xfrm>
            <a:off x="4931850" y="3652442"/>
            <a:ext cx="0" cy="690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0998D973-D900-9ACA-4C23-A196E2D3CFF4}"/>
              </a:ext>
            </a:extLst>
          </p:cNvPr>
          <p:cNvCxnSpPr>
            <a:cxnSpLocks/>
            <a:stCxn id="56" idx="3"/>
            <a:endCxn id="4" idx="1"/>
          </p:cNvCxnSpPr>
          <p:nvPr/>
        </p:nvCxnSpPr>
        <p:spPr>
          <a:xfrm>
            <a:off x="2971213" y="2600717"/>
            <a:ext cx="1335151" cy="409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154CF531-A44B-BF7F-D184-403C7343919F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2971213" y="3245915"/>
            <a:ext cx="1319907" cy="48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曲线连接符 143">
            <a:extLst>
              <a:ext uri="{FF2B5EF4-FFF2-40B4-BE49-F238E27FC236}">
                <a16:creationId xmlns:a16="http://schemas.microsoft.com/office/drawing/2014/main" id="{8E0B3D98-B7DE-05CF-5221-606C4C94FCC6}"/>
              </a:ext>
            </a:extLst>
          </p:cNvPr>
          <p:cNvCxnSpPr>
            <a:cxnSpLocks/>
            <a:stCxn id="6" idx="1"/>
            <a:endCxn id="54" idx="1"/>
          </p:cNvCxnSpPr>
          <p:nvPr/>
        </p:nvCxnSpPr>
        <p:spPr>
          <a:xfrm rot="10800000" flipV="1">
            <a:off x="1212178" y="823113"/>
            <a:ext cx="289210" cy="2422801"/>
          </a:xfrm>
          <a:prstGeom prst="curvedConnector3">
            <a:avLst>
              <a:gd name="adj1" fmla="val 179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81EB3C27-514C-3C69-2A81-6F764BA2507C}"/>
              </a:ext>
            </a:extLst>
          </p:cNvPr>
          <p:cNvSpPr txBox="1"/>
          <p:nvPr/>
        </p:nvSpPr>
        <p:spPr>
          <a:xfrm>
            <a:off x="7866164" y="615476"/>
            <a:ext cx="94609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Initiator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8F2EF43D-60D5-1CA3-38AC-2CF75D31484F}"/>
              </a:ext>
            </a:extLst>
          </p:cNvPr>
          <p:cNvSpPr txBox="1"/>
          <p:nvPr/>
        </p:nvSpPr>
        <p:spPr>
          <a:xfrm>
            <a:off x="5673409" y="620146"/>
            <a:ext cx="12538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Responder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CE7B2FA0-0FC3-A64F-2B05-9CB57284B3D7}"/>
              </a:ext>
            </a:extLst>
          </p:cNvPr>
          <p:cNvSpPr txBox="1"/>
          <p:nvPr/>
        </p:nvSpPr>
        <p:spPr>
          <a:xfrm>
            <a:off x="4342135" y="4460596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高速互联</a:t>
            </a:r>
            <a:r>
              <a:rPr lang="zh-CN" altLang="en-US" dirty="0"/>
              <a:t> </a:t>
            </a:r>
            <a:r>
              <a:rPr lang="en-US" altLang="zh-CN" dirty="0"/>
              <a:t>RDMA / </a:t>
            </a:r>
            <a:r>
              <a:rPr lang="en-US" altLang="zh-CN" dirty="0" err="1"/>
              <a:t>NVLink</a:t>
            </a:r>
            <a:endParaRPr 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D03787-F809-E400-0CB9-48C246F697E3}"/>
              </a:ext>
            </a:extLst>
          </p:cNvPr>
          <p:cNvSpPr txBox="1"/>
          <p:nvPr/>
        </p:nvSpPr>
        <p:spPr>
          <a:xfrm>
            <a:off x="4356241" y="24435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待发送请求</a:t>
            </a:r>
            <a:endParaRPr lang="en-US" dirty="0"/>
          </a:p>
        </p:txBody>
      </p:sp>
      <p:cxnSp>
        <p:nvCxnSpPr>
          <p:cNvPr id="34" name="曲线连接符 33">
            <a:extLst>
              <a:ext uri="{FF2B5EF4-FFF2-40B4-BE49-F238E27FC236}">
                <a16:creationId xmlns:a16="http://schemas.microsoft.com/office/drawing/2014/main" id="{853C3E20-6779-493D-4B7C-0695124D6A41}"/>
              </a:ext>
            </a:extLst>
          </p:cNvPr>
          <p:cNvCxnSpPr>
            <a:cxnSpLocks/>
            <a:stCxn id="82" idx="3"/>
          </p:cNvCxnSpPr>
          <p:nvPr/>
        </p:nvCxnSpPr>
        <p:spPr>
          <a:xfrm flipV="1">
            <a:off x="9929827" y="1082818"/>
            <a:ext cx="548779" cy="20373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DA0DF23E-666A-DA79-8106-3004B4A0E3F4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3372096" y="660756"/>
            <a:ext cx="1377821" cy="203722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BF3DDAB6-1287-3DF2-4451-CE649C7A9C2A}"/>
              </a:ext>
            </a:extLst>
          </p:cNvPr>
          <p:cNvSpPr txBox="1"/>
          <p:nvPr/>
        </p:nvSpPr>
        <p:spPr>
          <a:xfrm>
            <a:off x="10085694" y="2825695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9C97B67-E6EE-B1C7-AAFE-0AED18AB7B04}"/>
              </a:ext>
            </a:extLst>
          </p:cNvPr>
          <p:cNvSpPr txBox="1"/>
          <p:nvPr/>
        </p:nvSpPr>
        <p:spPr>
          <a:xfrm>
            <a:off x="3357053" y="649726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326F4C-0BD9-4003-0380-7DD13004D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96" y="2821421"/>
            <a:ext cx="1305037" cy="75592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D6C331F-E5F7-1B7C-BA03-81D07EFF2461}"/>
              </a:ext>
            </a:extLst>
          </p:cNvPr>
          <p:cNvSpPr txBox="1"/>
          <p:nvPr/>
        </p:nvSpPr>
        <p:spPr>
          <a:xfrm>
            <a:off x="2919458" y="3398808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(3)</a:t>
            </a:r>
            <a:r>
              <a:rPr lang="zh-CN" altLang="en-US" dirty="0"/>
              <a:t> 请求匹配</a:t>
            </a:r>
            <a:endParaRPr lang="en-US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D7D18CC4-9BF1-8485-0B1D-82A4B19FB017}"/>
              </a:ext>
            </a:extLst>
          </p:cNvPr>
          <p:cNvCxnSpPr>
            <a:cxnSpLocks/>
          </p:cNvCxnSpPr>
          <p:nvPr/>
        </p:nvCxnSpPr>
        <p:spPr>
          <a:xfrm>
            <a:off x="7533843" y="361037"/>
            <a:ext cx="0" cy="4514047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BC912C96-CBB9-656D-10B4-D1006698F4B1}"/>
              </a:ext>
            </a:extLst>
          </p:cNvPr>
          <p:cNvSpPr/>
          <p:nvPr/>
        </p:nvSpPr>
        <p:spPr>
          <a:xfrm>
            <a:off x="7148093" y="5020375"/>
            <a:ext cx="316640" cy="2861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8ECEAD0-5250-F156-CB82-D0F1F5916170}"/>
              </a:ext>
            </a:extLst>
          </p:cNvPr>
          <p:cNvSpPr/>
          <p:nvPr/>
        </p:nvSpPr>
        <p:spPr>
          <a:xfrm>
            <a:off x="7550641" y="5306556"/>
            <a:ext cx="316640" cy="2861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91DE8A1-DE0E-2A6F-BA90-E303D5119C82}"/>
              </a:ext>
            </a:extLst>
          </p:cNvPr>
          <p:cNvSpPr/>
          <p:nvPr/>
        </p:nvSpPr>
        <p:spPr>
          <a:xfrm>
            <a:off x="7148093" y="5666942"/>
            <a:ext cx="316640" cy="2861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曲线连接符 65">
            <a:extLst>
              <a:ext uri="{FF2B5EF4-FFF2-40B4-BE49-F238E27FC236}">
                <a16:creationId xmlns:a16="http://schemas.microsoft.com/office/drawing/2014/main" id="{BCB07892-9006-FD22-0E7F-738957042A4D}"/>
              </a:ext>
            </a:extLst>
          </p:cNvPr>
          <p:cNvCxnSpPr>
            <a:cxnSpLocks/>
            <a:stCxn id="44" idx="3"/>
            <a:endCxn id="55" idx="0"/>
          </p:cNvCxnSpPr>
          <p:nvPr/>
        </p:nvCxnSpPr>
        <p:spPr>
          <a:xfrm>
            <a:off x="7464733" y="5163466"/>
            <a:ext cx="244228" cy="14309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曲线连接符 67">
            <a:extLst>
              <a:ext uri="{FF2B5EF4-FFF2-40B4-BE49-F238E27FC236}">
                <a16:creationId xmlns:a16="http://schemas.microsoft.com/office/drawing/2014/main" id="{9DDC646D-4A30-8E22-3DB4-6D4C3B34D08B}"/>
              </a:ext>
            </a:extLst>
          </p:cNvPr>
          <p:cNvCxnSpPr>
            <a:cxnSpLocks/>
            <a:stCxn id="55" idx="2"/>
            <a:endCxn id="58" idx="3"/>
          </p:cNvCxnSpPr>
          <p:nvPr/>
        </p:nvCxnSpPr>
        <p:spPr>
          <a:xfrm rot="5400000">
            <a:off x="7478199" y="5579271"/>
            <a:ext cx="217296" cy="24422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曲线连接符 69">
            <a:extLst>
              <a:ext uri="{FF2B5EF4-FFF2-40B4-BE49-F238E27FC236}">
                <a16:creationId xmlns:a16="http://schemas.microsoft.com/office/drawing/2014/main" id="{A0FB53CA-C31B-DF6E-F29B-4B5E15B1FF8D}"/>
              </a:ext>
            </a:extLst>
          </p:cNvPr>
          <p:cNvCxnSpPr>
            <a:cxnSpLocks/>
            <a:stCxn id="58" idx="1"/>
            <a:endCxn id="44" idx="1"/>
          </p:cNvCxnSpPr>
          <p:nvPr/>
        </p:nvCxnSpPr>
        <p:spPr>
          <a:xfrm rot="10800000">
            <a:off x="7148093" y="5163467"/>
            <a:ext cx="12700" cy="64656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E1470BF9-C166-03D3-79D8-1397086A9058}"/>
              </a:ext>
            </a:extLst>
          </p:cNvPr>
          <p:cNvCxnSpPr>
            <a:cxnSpLocks/>
          </p:cNvCxnSpPr>
          <p:nvPr/>
        </p:nvCxnSpPr>
        <p:spPr>
          <a:xfrm flipV="1">
            <a:off x="6517369" y="5011975"/>
            <a:ext cx="544815" cy="233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E0728FB4-F6DF-1F72-E146-50ED1A664459}"/>
              </a:ext>
            </a:extLst>
          </p:cNvPr>
          <p:cNvCxnSpPr>
            <a:cxnSpLocks/>
          </p:cNvCxnSpPr>
          <p:nvPr/>
        </p:nvCxnSpPr>
        <p:spPr>
          <a:xfrm>
            <a:off x="6527616" y="5807474"/>
            <a:ext cx="548747" cy="203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5" name="图片 124">
            <a:extLst>
              <a:ext uri="{FF2B5EF4-FFF2-40B4-BE49-F238E27FC236}">
                <a16:creationId xmlns:a16="http://schemas.microsoft.com/office/drawing/2014/main" id="{6B1B2324-AA93-B911-7C11-4F57A04AF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693" y="5244308"/>
            <a:ext cx="273457" cy="485526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4664BFA6-A9D1-381E-9A4D-46304C989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562" y="5244308"/>
            <a:ext cx="273457" cy="485526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5346F071-7130-28BF-E2BB-066AF61D6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43" y="5244308"/>
            <a:ext cx="273457" cy="485526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C07DC6CF-E03F-B296-A849-8F3C246EA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412" y="5244308"/>
            <a:ext cx="273457" cy="485526"/>
          </a:xfrm>
          <a:prstGeom prst="rect">
            <a:avLst/>
          </a:prstGeom>
        </p:spPr>
      </p:pic>
      <p:sp>
        <p:nvSpPr>
          <p:cNvPr id="134" name="文本框 133">
            <a:extLst>
              <a:ext uri="{FF2B5EF4-FFF2-40B4-BE49-F238E27FC236}">
                <a16:creationId xmlns:a16="http://schemas.microsoft.com/office/drawing/2014/main" id="{608713FE-A7A3-44A3-577F-100044A0B989}"/>
              </a:ext>
            </a:extLst>
          </p:cNvPr>
          <p:cNvSpPr txBox="1"/>
          <p:nvPr/>
        </p:nvSpPr>
        <p:spPr>
          <a:xfrm>
            <a:off x="3943198" y="5773805"/>
            <a:ext cx="284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后台线程轮询链路执行器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35" name="图片 134">
            <a:extLst>
              <a:ext uri="{FF2B5EF4-FFF2-40B4-BE49-F238E27FC236}">
                <a16:creationId xmlns:a16="http://schemas.microsoft.com/office/drawing/2014/main" id="{317506BC-36F1-1A6B-05BB-0E87FF97C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933" y="5244308"/>
            <a:ext cx="273457" cy="485526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5085D117-C0D2-F056-9AA5-2D1A58AE7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02" y="5244308"/>
            <a:ext cx="273457" cy="485526"/>
          </a:xfrm>
          <a:prstGeom prst="rect">
            <a:avLst/>
          </a:prstGeom>
        </p:spPr>
      </p:pic>
      <p:pic>
        <p:nvPicPr>
          <p:cNvPr id="137" name="图片 136">
            <a:extLst>
              <a:ext uri="{FF2B5EF4-FFF2-40B4-BE49-F238E27FC236}">
                <a16:creationId xmlns:a16="http://schemas.microsoft.com/office/drawing/2014/main" id="{4C841D9E-60C6-E110-4DAD-E742075D4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783" y="5244308"/>
            <a:ext cx="273457" cy="485526"/>
          </a:xfrm>
          <a:prstGeom prst="rect">
            <a:avLst/>
          </a:prstGeom>
        </p:spPr>
      </p:pic>
      <p:pic>
        <p:nvPicPr>
          <p:cNvPr id="139" name="图片 138">
            <a:extLst>
              <a:ext uri="{FF2B5EF4-FFF2-40B4-BE49-F238E27FC236}">
                <a16:creationId xmlns:a16="http://schemas.microsoft.com/office/drawing/2014/main" id="{89850BCC-2DE4-CC8F-6099-10CF3B40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652" y="5244308"/>
            <a:ext cx="273457" cy="485526"/>
          </a:xfrm>
          <a:prstGeom prst="rect">
            <a:avLst/>
          </a:prstGeom>
        </p:spPr>
      </p:pic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DBC84A08-7E77-FB7C-B2C8-C21DA448B8D3}"/>
              </a:ext>
            </a:extLst>
          </p:cNvPr>
          <p:cNvCxnSpPr>
            <a:cxnSpLocks/>
          </p:cNvCxnSpPr>
          <p:nvPr/>
        </p:nvCxnSpPr>
        <p:spPr>
          <a:xfrm>
            <a:off x="-1938645" y="1860464"/>
            <a:ext cx="0" cy="4227809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6C236451-FA48-2DEC-B383-828CE14ECCBF}"/>
              </a:ext>
            </a:extLst>
          </p:cNvPr>
          <p:cNvCxnSpPr>
            <a:cxnSpLocks/>
          </p:cNvCxnSpPr>
          <p:nvPr/>
        </p:nvCxnSpPr>
        <p:spPr>
          <a:xfrm>
            <a:off x="-2539611" y="3487304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036D0B7-6858-92FF-CA30-CA9A47A902D6}"/>
              </a:ext>
            </a:extLst>
          </p:cNvPr>
          <p:cNvCxnSpPr>
            <a:cxnSpLocks/>
          </p:cNvCxnSpPr>
          <p:nvPr/>
        </p:nvCxnSpPr>
        <p:spPr>
          <a:xfrm>
            <a:off x="-1938645" y="2699072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9575AF00-215C-FF90-6A49-B7F21C100D02}"/>
              </a:ext>
            </a:extLst>
          </p:cNvPr>
          <p:cNvCxnSpPr>
            <a:cxnSpLocks/>
          </p:cNvCxnSpPr>
          <p:nvPr/>
        </p:nvCxnSpPr>
        <p:spPr>
          <a:xfrm>
            <a:off x="-1938645" y="4400455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6F1617F4-B111-29CE-27ED-8111A78B6F0D}"/>
              </a:ext>
            </a:extLst>
          </p:cNvPr>
          <p:cNvCxnSpPr>
            <a:cxnSpLocks/>
          </p:cNvCxnSpPr>
          <p:nvPr/>
        </p:nvCxnSpPr>
        <p:spPr>
          <a:xfrm>
            <a:off x="-2539611" y="5218063"/>
            <a:ext cx="600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" name="图片 147">
            <a:extLst>
              <a:ext uri="{FF2B5EF4-FFF2-40B4-BE49-F238E27FC236}">
                <a16:creationId xmlns:a16="http://schemas.microsoft.com/office/drawing/2014/main" id="{13F7A019-77DC-4FF9-D363-15AD7BE64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37679" y="2263002"/>
            <a:ext cx="530920" cy="776421"/>
          </a:xfrm>
          <a:prstGeom prst="rect">
            <a:avLst/>
          </a:prstGeom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195BF00E-E61A-DB46-DBCE-8B9DE77D9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37747" y="3977519"/>
            <a:ext cx="530920" cy="776421"/>
          </a:xfrm>
          <a:prstGeom prst="rect">
            <a:avLst/>
          </a:prstGeom>
        </p:spPr>
      </p:pic>
      <p:pic>
        <p:nvPicPr>
          <p:cNvPr id="150" name="图片 149">
            <a:extLst>
              <a:ext uri="{FF2B5EF4-FFF2-40B4-BE49-F238E27FC236}">
                <a16:creationId xmlns:a16="http://schemas.microsoft.com/office/drawing/2014/main" id="{BA4CF251-3499-FFD8-DF98-BD97BDD74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50554" y="3057497"/>
            <a:ext cx="530920" cy="776421"/>
          </a:xfrm>
          <a:prstGeom prst="rect">
            <a:avLst/>
          </a:prstGeom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E2795A79-929E-492B-8532-44C28A81D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50622" y="4772014"/>
            <a:ext cx="530920" cy="776421"/>
          </a:xfrm>
          <a:prstGeom prst="rect">
            <a:avLst/>
          </a:prstGeom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1CE012E0-EE76-61D5-0535-BE200951C887}"/>
              </a:ext>
            </a:extLst>
          </p:cNvPr>
          <p:cNvSpPr txBox="1"/>
          <p:nvPr/>
        </p:nvSpPr>
        <p:spPr>
          <a:xfrm>
            <a:off x="-3093609" y="1864607"/>
            <a:ext cx="110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GPU</a:t>
            </a:r>
          </a:p>
          <a:p>
            <a:pPr algn="ctr"/>
            <a:r>
              <a:rPr lang="en-US" sz="1600" dirty="0" err="1"/>
              <a:t>高速互联</a:t>
            </a:r>
            <a:endParaRPr lang="en-US" sz="1600" dirty="0"/>
          </a:p>
        </p:txBody>
      </p: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03E3CE5-9C1A-A744-D7CF-3E055D6E00CA}"/>
              </a:ext>
            </a:extLst>
          </p:cNvPr>
          <p:cNvCxnSpPr>
            <a:cxnSpLocks/>
          </p:cNvCxnSpPr>
          <p:nvPr/>
        </p:nvCxnSpPr>
        <p:spPr>
          <a:xfrm flipV="1">
            <a:off x="-752151" y="1134910"/>
            <a:ext cx="868376" cy="2751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600CEF26-9871-6862-6798-71F24547EF8A}"/>
              </a:ext>
            </a:extLst>
          </p:cNvPr>
          <p:cNvCxnSpPr>
            <a:cxnSpLocks/>
          </p:cNvCxnSpPr>
          <p:nvPr/>
        </p:nvCxnSpPr>
        <p:spPr>
          <a:xfrm>
            <a:off x="-806827" y="4772014"/>
            <a:ext cx="905691" cy="1191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7FDB6797-A118-7438-F9EE-67671BC66B15}"/>
              </a:ext>
            </a:extLst>
          </p:cNvPr>
          <p:cNvCxnSpPr>
            <a:stCxn id="4" idx="3"/>
            <a:endCxn id="82" idx="1"/>
          </p:cNvCxnSpPr>
          <p:nvPr/>
        </p:nvCxnSpPr>
        <p:spPr>
          <a:xfrm>
            <a:off x="5852875" y="3010361"/>
            <a:ext cx="2511879" cy="109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DFE344C-7630-1928-A4C0-0184C366EBB8}"/>
              </a:ext>
            </a:extLst>
          </p:cNvPr>
          <p:cNvSpPr txBox="1"/>
          <p:nvPr/>
        </p:nvSpPr>
        <p:spPr>
          <a:xfrm>
            <a:off x="3951195" y="536214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290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63BB-B280-CE01-FE3E-ABDA0B44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C7209A-779B-3329-5671-EAB86081D9C1}"/>
              </a:ext>
            </a:extLst>
          </p:cNvPr>
          <p:cNvSpPr/>
          <p:nvPr/>
        </p:nvSpPr>
        <p:spPr>
          <a:xfrm>
            <a:off x="1473117" y="1689216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C08E124-57DB-BE46-3558-2046EBCE901E}"/>
              </a:ext>
            </a:extLst>
          </p:cNvPr>
          <p:cNvSpPr/>
          <p:nvPr/>
        </p:nvSpPr>
        <p:spPr>
          <a:xfrm>
            <a:off x="1179208" y="3671210"/>
            <a:ext cx="1505414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本地队列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FEBF4F1-1A72-4020-5BF7-D6BBE76EA07F}"/>
              </a:ext>
            </a:extLst>
          </p:cNvPr>
          <p:cNvSpPr/>
          <p:nvPr/>
        </p:nvSpPr>
        <p:spPr>
          <a:xfrm>
            <a:off x="1179208" y="3026012"/>
            <a:ext cx="1505414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远程队列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9D171629-4474-7A79-0B43-2E9FED2C2CF9}"/>
              </a:ext>
            </a:extLst>
          </p:cNvPr>
          <p:cNvCxnSpPr/>
          <p:nvPr/>
        </p:nvCxnSpPr>
        <p:spPr>
          <a:xfrm>
            <a:off x="746956" y="5041701"/>
            <a:ext cx="9555609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FB0B0F72-DD1A-9C68-EEF5-A03F8839FDEA}"/>
              </a:ext>
            </a:extLst>
          </p:cNvPr>
          <p:cNvSpPr/>
          <p:nvPr/>
        </p:nvSpPr>
        <p:spPr>
          <a:xfrm>
            <a:off x="8001963" y="2868883"/>
            <a:ext cx="1565075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远程队列端点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CD0EA8-F40E-B49A-D727-B38E5CF452FD}"/>
              </a:ext>
            </a:extLst>
          </p:cNvPr>
          <p:cNvSpPr txBox="1"/>
          <p:nvPr/>
        </p:nvSpPr>
        <p:spPr>
          <a:xfrm>
            <a:off x="4612665" y="455497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 </a:t>
            </a:r>
            <a:r>
              <a:rPr lang="en-US" dirty="0" err="1"/>
              <a:t>EmitCopy</a:t>
            </a:r>
            <a:endParaRPr 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078A03B-EB18-2A36-E5B9-0596027D59EF}"/>
              </a:ext>
            </a:extLst>
          </p:cNvPr>
          <p:cNvSpPr/>
          <p:nvPr/>
        </p:nvSpPr>
        <p:spPr>
          <a:xfrm>
            <a:off x="8001963" y="3545484"/>
            <a:ext cx="1565073" cy="5464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通知缓冲区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4" name="曲线连接符 83">
            <a:extLst>
              <a:ext uri="{FF2B5EF4-FFF2-40B4-BE49-F238E27FC236}">
                <a16:creationId xmlns:a16="http://schemas.microsoft.com/office/drawing/2014/main" id="{A54BC78C-E3E2-07E8-F97B-29BF8918B211}"/>
              </a:ext>
            </a:extLst>
          </p:cNvPr>
          <p:cNvCxnSpPr>
            <a:cxnSpLocks/>
            <a:stCxn id="72" idx="1"/>
            <a:endCxn id="56" idx="0"/>
          </p:cNvCxnSpPr>
          <p:nvPr/>
        </p:nvCxnSpPr>
        <p:spPr>
          <a:xfrm rot="10800000">
            <a:off x="1931915" y="3026012"/>
            <a:ext cx="6070048" cy="116076"/>
          </a:xfrm>
          <a:prstGeom prst="curvedConnector4">
            <a:avLst>
              <a:gd name="adj1" fmla="val 43800"/>
              <a:gd name="adj2" fmla="val 2969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曲线连接符 99">
            <a:extLst>
              <a:ext uri="{FF2B5EF4-FFF2-40B4-BE49-F238E27FC236}">
                <a16:creationId xmlns:a16="http://schemas.microsoft.com/office/drawing/2014/main" id="{51CDFBBC-4DBB-A094-E7E2-6D39E9EF2071}"/>
              </a:ext>
            </a:extLst>
          </p:cNvPr>
          <p:cNvCxnSpPr>
            <a:cxnSpLocks/>
            <a:endCxn id="82" idx="1"/>
          </p:cNvCxnSpPr>
          <p:nvPr/>
        </p:nvCxnSpPr>
        <p:spPr>
          <a:xfrm flipV="1">
            <a:off x="5249256" y="3818689"/>
            <a:ext cx="2752707" cy="273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77B392B-CBE8-CAE4-CEF1-1C5EEA6966A8}"/>
              </a:ext>
            </a:extLst>
          </p:cNvPr>
          <p:cNvSpPr txBox="1"/>
          <p:nvPr/>
        </p:nvSpPr>
        <p:spPr>
          <a:xfrm>
            <a:off x="5565480" y="405470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 </a:t>
            </a:r>
            <a:r>
              <a:rPr lang="en-US" dirty="0" err="1"/>
              <a:t>EmitSignal</a:t>
            </a:r>
            <a:endParaRPr lang="en-US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7028D4C-A96A-8448-9B3B-F5F64594EF0B}"/>
              </a:ext>
            </a:extLst>
          </p:cNvPr>
          <p:cNvSpPr txBox="1"/>
          <p:nvPr/>
        </p:nvSpPr>
        <p:spPr>
          <a:xfrm>
            <a:off x="1179208" y="2428603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</a:t>
            </a:r>
            <a:r>
              <a:rPr lang="en-US" dirty="0" err="1"/>
              <a:t>更新本地队列</a:t>
            </a:r>
            <a:endParaRPr 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3D7B5D-4F63-5731-71CB-2A64B2F4D812}"/>
              </a:ext>
            </a:extLst>
          </p:cNvPr>
          <p:cNvSpPr txBox="1"/>
          <p:nvPr/>
        </p:nvSpPr>
        <p:spPr>
          <a:xfrm>
            <a:off x="5859641" y="2611567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 </a:t>
            </a:r>
            <a:r>
              <a:rPr lang="en-US" dirty="0" err="1"/>
              <a:t>更新远程队列</a:t>
            </a:r>
            <a:endParaRPr lang="en-US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EE50B880-BFFF-1C14-F830-48F2671154AC}"/>
              </a:ext>
            </a:extLst>
          </p:cNvPr>
          <p:cNvCxnSpPr>
            <a:cxnSpLocks/>
          </p:cNvCxnSpPr>
          <p:nvPr/>
        </p:nvCxnSpPr>
        <p:spPr>
          <a:xfrm>
            <a:off x="7171052" y="1470581"/>
            <a:ext cx="0" cy="424206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E005281D-A6F3-D2B0-AB41-D7B55FC0A5D0}"/>
              </a:ext>
            </a:extLst>
          </p:cNvPr>
          <p:cNvSpPr/>
          <p:nvPr/>
        </p:nvSpPr>
        <p:spPr>
          <a:xfrm>
            <a:off x="9072067" y="1690542"/>
            <a:ext cx="1505414" cy="546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应用接口层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DE8B797F-BD87-4452-7834-18A781B8A4CB}"/>
              </a:ext>
            </a:extLst>
          </p:cNvPr>
          <p:cNvCxnSpPr>
            <a:cxnSpLocks/>
            <a:stCxn id="121" idx="2"/>
            <a:endCxn id="72" idx="3"/>
          </p:cNvCxnSpPr>
          <p:nvPr/>
        </p:nvCxnSpPr>
        <p:spPr>
          <a:xfrm rot="5400000">
            <a:off x="9243338" y="2560652"/>
            <a:ext cx="905136" cy="2577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2F52076F-84F8-9AD8-8DA0-DB7087568CFA}"/>
              </a:ext>
            </a:extLst>
          </p:cNvPr>
          <p:cNvCxnSpPr>
            <a:cxnSpLocks/>
          </p:cNvCxnSpPr>
          <p:nvPr/>
        </p:nvCxnSpPr>
        <p:spPr>
          <a:xfrm>
            <a:off x="4569059" y="4295768"/>
            <a:ext cx="0" cy="745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3C67D8DA-D3BC-8929-FF5D-BD4AE5CC17B4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2684622" y="3299217"/>
            <a:ext cx="1059220" cy="519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93E39D5A-ADA1-BD15-7B10-8970D65AC478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2684622" y="3944415"/>
            <a:ext cx="976100" cy="55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曲线连接符 143">
            <a:extLst>
              <a:ext uri="{FF2B5EF4-FFF2-40B4-BE49-F238E27FC236}">
                <a16:creationId xmlns:a16="http://schemas.microsoft.com/office/drawing/2014/main" id="{C24ACBD0-FAFC-240B-9202-4C7DC9B2345B}"/>
              </a:ext>
            </a:extLst>
          </p:cNvPr>
          <p:cNvCxnSpPr>
            <a:cxnSpLocks/>
            <a:stCxn id="6" idx="1"/>
            <a:endCxn id="54" idx="1"/>
          </p:cNvCxnSpPr>
          <p:nvPr/>
        </p:nvCxnSpPr>
        <p:spPr>
          <a:xfrm rot="10800000" flipV="1">
            <a:off x="1179209" y="1962421"/>
            <a:ext cx="293909" cy="1981994"/>
          </a:xfrm>
          <a:prstGeom prst="curvedConnector3">
            <a:avLst>
              <a:gd name="adj1" fmla="val 1777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63D522CE-47DA-03D1-4ECE-BC28BB2E3646}"/>
              </a:ext>
            </a:extLst>
          </p:cNvPr>
          <p:cNvSpPr txBox="1"/>
          <p:nvPr/>
        </p:nvSpPr>
        <p:spPr>
          <a:xfrm>
            <a:off x="7393122" y="1743318"/>
            <a:ext cx="94609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Initiator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903F0FC4-7908-98BD-FED3-F6A7C80FD645}"/>
              </a:ext>
            </a:extLst>
          </p:cNvPr>
          <p:cNvSpPr txBox="1"/>
          <p:nvPr/>
        </p:nvSpPr>
        <p:spPr>
          <a:xfrm>
            <a:off x="5665640" y="1747315"/>
            <a:ext cx="125386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Responder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903C444B-B9BE-319E-C0A1-53FE81936166}"/>
              </a:ext>
            </a:extLst>
          </p:cNvPr>
          <p:cNvSpPr txBox="1"/>
          <p:nvPr/>
        </p:nvSpPr>
        <p:spPr>
          <a:xfrm>
            <a:off x="3979344" y="5159096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高速互联</a:t>
            </a:r>
            <a:r>
              <a:rPr lang="zh-CN" altLang="en-US" dirty="0"/>
              <a:t> </a:t>
            </a:r>
            <a:r>
              <a:rPr lang="en-US" altLang="zh-CN" dirty="0"/>
              <a:t>RDMA / </a:t>
            </a:r>
            <a:r>
              <a:rPr lang="en-US" altLang="zh-CN" dirty="0" err="1"/>
              <a:t>NVLink</a:t>
            </a:r>
            <a:endParaRPr 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AA4E5CA-2429-AC78-E495-7ABDD1D7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958" y="3623997"/>
            <a:ext cx="1344709" cy="77890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52DED66-3DC1-3E23-0466-205CCCB90546}"/>
              </a:ext>
            </a:extLst>
          </p:cNvPr>
          <p:cNvSpPr txBox="1"/>
          <p:nvPr/>
        </p:nvSpPr>
        <p:spPr>
          <a:xfrm>
            <a:off x="3343086" y="312301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优先级排序的待发送请求</a:t>
            </a:r>
            <a:endParaRPr lang="en-US" dirty="0"/>
          </a:p>
        </p:txBody>
      </p:sp>
      <p:cxnSp>
        <p:nvCxnSpPr>
          <p:cNvPr id="34" name="曲线连接符 33">
            <a:extLst>
              <a:ext uri="{FF2B5EF4-FFF2-40B4-BE49-F238E27FC236}">
                <a16:creationId xmlns:a16="http://schemas.microsoft.com/office/drawing/2014/main" id="{D47BC31D-D616-8849-677D-6F0D03778BD5}"/>
              </a:ext>
            </a:extLst>
          </p:cNvPr>
          <p:cNvCxnSpPr>
            <a:cxnSpLocks/>
            <a:stCxn id="82" idx="3"/>
          </p:cNvCxnSpPr>
          <p:nvPr/>
        </p:nvCxnSpPr>
        <p:spPr>
          <a:xfrm flipV="1">
            <a:off x="9567036" y="2274790"/>
            <a:ext cx="735529" cy="15438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9CCB1B1D-D427-1861-A858-5774372A2D95}"/>
              </a:ext>
            </a:extLst>
          </p:cNvPr>
          <p:cNvCxnSpPr/>
          <p:nvPr/>
        </p:nvCxnSpPr>
        <p:spPr>
          <a:xfrm rot="10800000">
            <a:off x="3067868" y="1962421"/>
            <a:ext cx="2343119" cy="1981994"/>
          </a:xfrm>
          <a:prstGeom prst="curvedConnector3">
            <a:avLst>
              <a:gd name="adj1" fmla="val -244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294A43AA-1044-8883-8B2A-42C6AC9F9626}"/>
              </a:ext>
            </a:extLst>
          </p:cNvPr>
          <p:cNvSpPr txBox="1"/>
          <p:nvPr/>
        </p:nvSpPr>
        <p:spPr>
          <a:xfrm>
            <a:off x="9695906" y="3783119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0A76702-DF66-80E5-AE7D-7B2996AACDFB}"/>
              </a:ext>
            </a:extLst>
          </p:cNvPr>
          <p:cNvSpPr txBox="1"/>
          <p:nvPr/>
        </p:nvSpPr>
        <p:spPr>
          <a:xfrm>
            <a:off x="3394915" y="1596663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  <a:r>
              <a:rPr lang="zh-CN" altLang="en-US" dirty="0"/>
              <a:t> 通知完成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62CA65-26EE-BF2D-EA06-47978AEB9991}"/>
              </a:ext>
            </a:extLst>
          </p:cNvPr>
          <p:cNvSpPr/>
          <p:nvPr/>
        </p:nvSpPr>
        <p:spPr>
          <a:xfrm>
            <a:off x="515007" y="1397049"/>
            <a:ext cx="10607893" cy="958022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7B6E5-FF71-52A0-C11F-54BE9F062B42}"/>
              </a:ext>
            </a:extLst>
          </p:cNvPr>
          <p:cNvSpPr/>
          <p:nvPr/>
        </p:nvSpPr>
        <p:spPr>
          <a:xfrm>
            <a:off x="515007" y="2428603"/>
            <a:ext cx="10607893" cy="3099825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1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06A90-D313-30F3-7E28-727A36F3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90B0EDE-6C47-4C50-5D16-823A9F24A8D1}"/>
              </a:ext>
            </a:extLst>
          </p:cNvPr>
          <p:cNvSpPr/>
          <p:nvPr/>
        </p:nvSpPr>
        <p:spPr>
          <a:xfrm>
            <a:off x="1331843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3684C5-0F06-A2CD-3F9F-D807B08FA68C}"/>
              </a:ext>
            </a:extLst>
          </p:cNvPr>
          <p:cNvSpPr/>
          <p:nvPr/>
        </p:nvSpPr>
        <p:spPr>
          <a:xfrm>
            <a:off x="7487478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444B83-1086-0612-33F8-B3D771BBA3D3}"/>
              </a:ext>
            </a:extLst>
          </p:cNvPr>
          <p:cNvSpPr/>
          <p:nvPr/>
        </p:nvSpPr>
        <p:spPr>
          <a:xfrm>
            <a:off x="1162878" y="646043"/>
            <a:ext cx="4333461" cy="3717535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06803D-B506-ECC9-C64B-25C3F93EF612}"/>
              </a:ext>
            </a:extLst>
          </p:cNvPr>
          <p:cNvSpPr/>
          <p:nvPr/>
        </p:nvSpPr>
        <p:spPr>
          <a:xfrm>
            <a:off x="1331843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6C4735-A2CA-68CA-B0AA-492CB60849A0}"/>
              </a:ext>
            </a:extLst>
          </p:cNvPr>
          <p:cNvSpPr/>
          <p:nvPr/>
        </p:nvSpPr>
        <p:spPr>
          <a:xfrm>
            <a:off x="1649895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0234A2-545C-5958-EBF2-5FC0812F00A5}"/>
              </a:ext>
            </a:extLst>
          </p:cNvPr>
          <p:cNvSpPr/>
          <p:nvPr/>
        </p:nvSpPr>
        <p:spPr>
          <a:xfrm>
            <a:off x="2620617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FE3732-251C-C6B8-A5E9-44A10713B9E3}"/>
              </a:ext>
            </a:extLst>
          </p:cNvPr>
          <p:cNvSpPr/>
          <p:nvPr/>
        </p:nvSpPr>
        <p:spPr>
          <a:xfrm>
            <a:off x="4277139" y="1083362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E21304-2AFF-AD24-C68C-B6D2331F9C5F}"/>
              </a:ext>
            </a:extLst>
          </p:cNvPr>
          <p:cNvSpPr/>
          <p:nvPr/>
        </p:nvSpPr>
        <p:spPr>
          <a:xfrm>
            <a:off x="1331843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</a:t>
            </a:r>
            <a:r>
              <a:rPr lang="en-US" dirty="0" err="1">
                <a:solidFill>
                  <a:schemeClr val="tx1"/>
                </a:solidFill>
              </a:rPr>
              <a:t>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2E2557-4F8B-50C5-9438-485F42722864}"/>
              </a:ext>
            </a:extLst>
          </p:cNvPr>
          <p:cNvSpPr/>
          <p:nvPr/>
        </p:nvSpPr>
        <p:spPr>
          <a:xfrm>
            <a:off x="3584712" y="108336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B9E79F-1C66-2B9A-19ED-F30E3368A2E9}"/>
              </a:ext>
            </a:extLst>
          </p:cNvPr>
          <p:cNvSpPr/>
          <p:nvPr/>
        </p:nvSpPr>
        <p:spPr>
          <a:xfrm>
            <a:off x="7318513" y="646044"/>
            <a:ext cx="4333461" cy="3717534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3B9CF0-82E4-2D3A-EB77-0DFB5DA3D8C0}"/>
              </a:ext>
            </a:extLst>
          </p:cNvPr>
          <p:cNvSpPr/>
          <p:nvPr/>
        </p:nvSpPr>
        <p:spPr>
          <a:xfrm>
            <a:off x="7487478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0E3174-FA41-E28E-3C6C-65141688A3A8}"/>
              </a:ext>
            </a:extLst>
          </p:cNvPr>
          <p:cNvSpPr/>
          <p:nvPr/>
        </p:nvSpPr>
        <p:spPr>
          <a:xfrm>
            <a:off x="7805530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BAE443-B109-20E3-F81B-81418670DF9F}"/>
              </a:ext>
            </a:extLst>
          </p:cNvPr>
          <p:cNvSpPr/>
          <p:nvPr/>
        </p:nvSpPr>
        <p:spPr>
          <a:xfrm>
            <a:off x="8776252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D25D7B-B3C7-B2D7-5577-D0A0CCEA4B6F}"/>
              </a:ext>
            </a:extLst>
          </p:cNvPr>
          <p:cNvSpPr/>
          <p:nvPr/>
        </p:nvSpPr>
        <p:spPr>
          <a:xfrm>
            <a:off x="9746974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1D4C5C-6E68-2931-4A06-50C4006B6517}"/>
              </a:ext>
            </a:extLst>
          </p:cNvPr>
          <p:cNvSpPr/>
          <p:nvPr/>
        </p:nvSpPr>
        <p:spPr>
          <a:xfrm>
            <a:off x="7487478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 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84CD9C-FBAC-E63D-AA7D-10BB2804C0DD}"/>
              </a:ext>
            </a:extLst>
          </p:cNvPr>
          <p:cNvSpPr/>
          <p:nvPr/>
        </p:nvSpPr>
        <p:spPr>
          <a:xfrm>
            <a:off x="10665280" y="118855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7BF5956-777D-5B52-29E8-96D9EAF1B28A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AB9B444-D5A6-28E2-9E48-12A4633B6CF0}"/>
              </a:ext>
            </a:extLst>
          </p:cNvPr>
          <p:cNvSpPr/>
          <p:nvPr/>
        </p:nvSpPr>
        <p:spPr>
          <a:xfrm>
            <a:off x="10468400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A235911-4EAE-FCFD-64A6-62C5563D23D1}"/>
              </a:ext>
            </a:extLst>
          </p:cNvPr>
          <p:cNvCxnSpPr>
            <a:cxnSpLocks/>
          </p:cNvCxnSpPr>
          <p:nvPr/>
        </p:nvCxnSpPr>
        <p:spPr>
          <a:xfrm>
            <a:off x="4254403" y="6295633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D4D3A5F2-1FF4-E34D-1BB8-E17772C1DC27}"/>
              </a:ext>
            </a:extLst>
          </p:cNvPr>
          <p:cNvCxnSpPr>
            <a:cxnSpLocks/>
          </p:cNvCxnSpPr>
          <p:nvPr/>
        </p:nvCxnSpPr>
        <p:spPr>
          <a:xfrm>
            <a:off x="6781341" y="6295633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5C485A5F-C937-31F3-1E47-94BE422CC0B3}"/>
              </a:ext>
            </a:extLst>
          </p:cNvPr>
          <p:cNvSpPr txBox="1"/>
          <p:nvPr/>
        </p:nvSpPr>
        <p:spPr>
          <a:xfrm>
            <a:off x="7831180" y="61109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控制流</a:t>
            </a:r>
            <a:endParaRPr 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15FF662-59F5-AF8E-73B7-1F7B3812801E}"/>
              </a:ext>
            </a:extLst>
          </p:cNvPr>
          <p:cNvSpPr txBox="1"/>
          <p:nvPr/>
        </p:nvSpPr>
        <p:spPr>
          <a:xfrm>
            <a:off x="5270174" y="61229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数据流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518E3F-E042-405B-8C44-F8195DB6C014}"/>
              </a:ext>
            </a:extLst>
          </p:cNvPr>
          <p:cNvSpPr/>
          <p:nvPr/>
        </p:nvSpPr>
        <p:spPr>
          <a:xfrm>
            <a:off x="4451019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5EC377-DBBA-4368-79F9-4BA963335DBE}"/>
              </a:ext>
            </a:extLst>
          </p:cNvPr>
          <p:cNvSpPr/>
          <p:nvPr/>
        </p:nvSpPr>
        <p:spPr>
          <a:xfrm>
            <a:off x="2688368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1741A4-8684-AF98-3C18-9C12F88427D6}"/>
              </a:ext>
            </a:extLst>
          </p:cNvPr>
          <p:cNvSpPr/>
          <p:nvPr/>
        </p:nvSpPr>
        <p:spPr>
          <a:xfrm>
            <a:off x="8600660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F57B142-FC32-E999-9A61-470344367236}"/>
              </a:ext>
            </a:extLst>
          </p:cNvPr>
          <p:cNvCxnSpPr>
            <a:cxnSpLocks/>
          </p:cNvCxnSpPr>
          <p:nvPr/>
        </p:nvCxnSpPr>
        <p:spPr>
          <a:xfrm>
            <a:off x="4896438" y="3059654"/>
            <a:ext cx="0" cy="165020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D7D3C9F0-A25F-0706-56B9-84B283917A37}"/>
              </a:ext>
            </a:extLst>
          </p:cNvPr>
          <p:cNvCxnSpPr>
            <a:cxnSpLocks/>
          </p:cNvCxnSpPr>
          <p:nvPr/>
        </p:nvCxnSpPr>
        <p:spPr>
          <a:xfrm>
            <a:off x="5930088" y="5175718"/>
            <a:ext cx="1070448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2A434EA3-D3AC-6EB1-227C-CA185EC0AFA0}"/>
              </a:ext>
            </a:extLst>
          </p:cNvPr>
          <p:cNvCxnSpPr>
            <a:cxnSpLocks/>
          </p:cNvCxnSpPr>
          <p:nvPr/>
        </p:nvCxnSpPr>
        <p:spPr>
          <a:xfrm flipV="1">
            <a:off x="7983021" y="3047611"/>
            <a:ext cx="0" cy="166225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32BB5D25-E13D-E9E7-FBBD-1066BC3C77D8}"/>
              </a:ext>
            </a:extLst>
          </p:cNvPr>
          <p:cNvSpPr/>
          <p:nvPr/>
        </p:nvSpPr>
        <p:spPr>
          <a:xfrm>
            <a:off x="7094529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B39C28F-B24E-4336-3B3F-ED4E9A69B17F}"/>
              </a:ext>
            </a:extLst>
          </p:cNvPr>
          <p:cNvSpPr/>
          <p:nvPr/>
        </p:nvSpPr>
        <p:spPr>
          <a:xfrm>
            <a:off x="925717" y="4709861"/>
            <a:ext cx="1668658" cy="891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主机内存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E842B98-FC93-2FC7-DC18-1BB0239BB16B}"/>
              </a:ext>
            </a:extLst>
          </p:cNvPr>
          <p:cNvSpPr/>
          <p:nvPr/>
        </p:nvSpPr>
        <p:spPr>
          <a:xfrm>
            <a:off x="10363311" y="4709861"/>
            <a:ext cx="1668658" cy="891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主机内存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BBF408C-2166-F932-0D32-49E0D7F2A13F}"/>
              </a:ext>
            </a:extLst>
          </p:cNvPr>
          <p:cNvSpPr/>
          <p:nvPr/>
        </p:nvSpPr>
        <p:spPr>
          <a:xfrm>
            <a:off x="7619179" y="2420911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目标缓冲区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223DB03-0723-5100-A37F-588D76FA3323}"/>
              </a:ext>
            </a:extLst>
          </p:cNvPr>
          <p:cNvSpPr/>
          <p:nvPr/>
        </p:nvSpPr>
        <p:spPr>
          <a:xfrm>
            <a:off x="3863007" y="2408868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源缓冲区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F5CE043B-062B-FD64-1F90-BD5C88D817E0}"/>
              </a:ext>
            </a:extLst>
          </p:cNvPr>
          <p:cNvCxnSpPr/>
          <p:nvPr/>
        </p:nvCxnSpPr>
        <p:spPr>
          <a:xfrm>
            <a:off x="5635487" y="1938647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3D00AB56-4B14-90D0-F47D-80D9A044BEDC}"/>
              </a:ext>
            </a:extLst>
          </p:cNvPr>
          <p:cNvCxnSpPr/>
          <p:nvPr/>
        </p:nvCxnSpPr>
        <p:spPr>
          <a:xfrm>
            <a:off x="5635487" y="20280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5D4F054A-0267-22E1-2302-605F71D58036}"/>
              </a:ext>
            </a:extLst>
          </p:cNvPr>
          <p:cNvCxnSpPr/>
          <p:nvPr/>
        </p:nvCxnSpPr>
        <p:spPr>
          <a:xfrm>
            <a:off x="5635487" y="211335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C50AB398-A6DD-F640-DE58-094178AE152A}"/>
              </a:ext>
            </a:extLst>
          </p:cNvPr>
          <p:cNvCxnSpPr/>
          <p:nvPr/>
        </p:nvCxnSpPr>
        <p:spPr>
          <a:xfrm>
            <a:off x="5635487" y="220014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8FEDB207-D557-56FA-4C92-DE61EEC89850}"/>
              </a:ext>
            </a:extLst>
          </p:cNvPr>
          <p:cNvCxnSpPr/>
          <p:nvPr/>
        </p:nvCxnSpPr>
        <p:spPr>
          <a:xfrm>
            <a:off x="5635487" y="228649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098756DB-C569-EF74-6839-893247DD335A}"/>
              </a:ext>
            </a:extLst>
          </p:cNvPr>
          <p:cNvCxnSpPr/>
          <p:nvPr/>
        </p:nvCxnSpPr>
        <p:spPr>
          <a:xfrm>
            <a:off x="5635487" y="237594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7DB282F6-F6B4-287B-3729-5A1D4F5E1DB8}"/>
              </a:ext>
            </a:extLst>
          </p:cNvPr>
          <p:cNvCxnSpPr/>
          <p:nvPr/>
        </p:nvCxnSpPr>
        <p:spPr>
          <a:xfrm>
            <a:off x="5635487" y="24611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3368E414-4815-E116-B415-A657734F4E6F}"/>
              </a:ext>
            </a:extLst>
          </p:cNvPr>
          <p:cNvCxnSpPr/>
          <p:nvPr/>
        </p:nvCxnSpPr>
        <p:spPr>
          <a:xfrm>
            <a:off x="5635487" y="254799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03FEB745-0FD9-D50F-203F-BBDC6444496F}"/>
              </a:ext>
            </a:extLst>
          </p:cNvPr>
          <p:cNvCxnSpPr/>
          <p:nvPr/>
        </p:nvCxnSpPr>
        <p:spPr>
          <a:xfrm>
            <a:off x="5635487" y="263757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699891B-CB5B-6D71-EA3C-A13FD80B7B70}"/>
              </a:ext>
            </a:extLst>
          </p:cNvPr>
          <p:cNvSpPr txBox="1"/>
          <p:nvPr/>
        </p:nvSpPr>
        <p:spPr>
          <a:xfrm>
            <a:off x="5856971" y="1548299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NVLink</a:t>
            </a:r>
            <a:endParaRPr 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DEF893C9-E5E8-C05E-8B5F-099D2FF13728}"/>
              </a:ext>
            </a:extLst>
          </p:cNvPr>
          <p:cNvCxnSpPr/>
          <p:nvPr/>
        </p:nvCxnSpPr>
        <p:spPr>
          <a:xfrm>
            <a:off x="5930088" y="5399314"/>
            <a:ext cx="1070448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AEA476AF-6177-EFA5-BC95-721C8A280E0A}"/>
              </a:ext>
            </a:extLst>
          </p:cNvPr>
          <p:cNvCxnSpPr>
            <a:stCxn id="4" idx="2"/>
            <a:endCxn id="2" idx="2"/>
          </p:cNvCxnSpPr>
          <p:nvPr/>
        </p:nvCxnSpPr>
        <p:spPr>
          <a:xfrm rot="16200000" flipH="1">
            <a:off x="4339892" y="4783875"/>
            <a:ext cx="12700" cy="163439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C5576B1A-79AA-D10D-9414-9E19E47C2328}"/>
              </a:ext>
            </a:extLst>
          </p:cNvPr>
          <p:cNvCxnSpPr>
            <a:cxnSpLocks/>
            <a:stCxn id="61" idx="2"/>
            <a:endCxn id="8" idx="2"/>
          </p:cNvCxnSpPr>
          <p:nvPr/>
        </p:nvCxnSpPr>
        <p:spPr>
          <a:xfrm rot="16200000" flipH="1">
            <a:off x="8617793" y="4783875"/>
            <a:ext cx="12700" cy="1634391"/>
          </a:xfrm>
          <a:prstGeom prst="bentConnector3">
            <a:avLst>
              <a:gd name="adj1" fmla="val 1800000"/>
            </a:avLst>
          </a:prstGeom>
          <a:ln w="38100">
            <a:solidFill>
              <a:schemeClr val="bg2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879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7C99-4FDB-0020-0238-D572D513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0E8F572-B836-D3F7-476D-D45843FC7C1C}"/>
              </a:ext>
            </a:extLst>
          </p:cNvPr>
          <p:cNvSpPr/>
          <p:nvPr/>
        </p:nvSpPr>
        <p:spPr>
          <a:xfrm>
            <a:off x="1331843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CA91F3-8971-1B58-F639-63CD7E44B978}"/>
              </a:ext>
            </a:extLst>
          </p:cNvPr>
          <p:cNvSpPr/>
          <p:nvPr/>
        </p:nvSpPr>
        <p:spPr>
          <a:xfrm>
            <a:off x="7487478" y="333292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 Engine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7E82F5-3C97-D02B-60C4-10DAF0845038}"/>
              </a:ext>
            </a:extLst>
          </p:cNvPr>
          <p:cNvSpPr/>
          <p:nvPr/>
        </p:nvSpPr>
        <p:spPr>
          <a:xfrm>
            <a:off x="1162878" y="646043"/>
            <a:ext cx="4333461" cy="3717535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D88B9-5C80-6BF5-F0CA-4C54CC708859}"/>
              </a:ext>
            </a:extLst>
          </p:cNvPr>
          <p:cNvSpPr/>
          <p:nvPr/>
        </p:nvSpPr>
        <p:spPr>
          <a:xfrm>
            <a:off x="1331843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A9BA06-7C6F-3FFE-7988-5F8F9B7E3B4A}"/>
              </a:ext>
            </a:extLst>
          </p:cNvPr>
          <p:cNvSpPr/>
          <p:nvPr/>
        </p:nvSpPr>
        <p:spPr>
          <a:xfrm>
            <a:off x="1649895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77FA52-A0A3-146F-0E06-439BCA250D77}"/>
              </a:ext>
            </a:extLst>
          </p:cNvPr>
          <p:cNvSpPr/>
          <p:nvPr/>
        </p:nvSpPr>
        <p:spPr>
          <a:xfrm>
            <a:off x="2620617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BFC34C-9F9A-87CB-DDB9-683792407D10}"/>
              </a:ext>
            </a:extLst>
          </p:cNvPr>
          <p:cNvSpPr/>
          <p:nvPr/>
        </p:nvSpPr>
        <p:spPr>
          <a:xfrm>
            <a:off x="4277139" y="1083362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8C5E43-19D0-A337-B5E2-7BB48A52159C}"/>
              </a:ext>
            </a:extLst>
          </p:cNvPr>
          <p:cNvSpPr/>
          <p:nvPr/>
        </p:nvSpPr>
        <p:spPr>
          <a:xfrm>
            <a:off x="1331843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 </a:t>
            </a:r>
            <a:r>
              <a:rPr lang="en-US" dirty="0" err="1">
                <a:solidFill>
                  <a:schemeClr val="tx1"/>
                </a:solidFill>
              </a:rPr>
              <a:t>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4E961A-18ED-9445-8070-F1EBFDEE2CC1}"/>
              </a:ext>
            </a:extLst>
          </p:cNvPr>
          <p:cNvSpPr/>
          <p:nvPr/>
        </p:nvSpPr>
        <p:spPr>
          <a:xfrm>
            <a:off x="3584712" y="108336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7EC99C-DD6D-DC03-7C0A-CE54F4C3D13C}"/>
              </a:ext>
            </a:extLst>
          </p:cNvPr>
          <p:cNvSpPr/>
          <p:nvPr/>
        </p:nvSpPr>
        <p:spPr>
          <a:xfrm>
            <a:off x="7318513" y="646044"/>
            <a:ext cx="4333461" cy="3717534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40C2FD-2267-0196-92A9-09EA55A45679}"/>
              </a:ext>
            </a:extLst>
          </p:cNvPr>
          <p:cNvSpPr/>
          <p:nvPr/>
        </p:nvSpPr>
        <p:spPr>
          <a:xfrm>
            <a:off x="7487478" y="815007"/>
            <a:ext cx="3995530" cy="1302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936542-F5AB-14DA-AD1D-2E470908716F}"/>
              </a:ext>
            </a:extLst>
          </p:cNvPr>
          <p:cNvSpPr/>
          <p:nvPr/>
        </p:nvSpPr>
        <p:spPr>
          <a:xfrm>
            <a:off x="7805530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4F939E-6501-7AD1-4E84-CF291A2C0547}"/>
              </a:ext>
            </a:extLst>
          </p:cNvPr>
          <p:cNvSpPr/>
          <p:nvPr/>
        </p:nvSpPr>
        <p:spPr>
          <a:xfrm>
            <a:off x="8776252" y="1083365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3AD670-94AF-E778-16DD-0CB15496FD9F}"/>
              </a:ext>
            </a:extLst>
          </p:cNvPr>
          <p:cNvSpPr/>
          <p:nvPr/>
        </p:nvSpPr>
        <p:spPr>
          <a:xfrm>
            <a:off x="9746974" y="1083364"/>
            <a:ext cx="795130" cy="7653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803A9C-FD0A-4D15-2311-C2389C9B0FA0}"/>
              </a:ext>
            </a:extLst>
          </p:cNvPr>
          <p:cNvSpPr/>
          <p:nvPr/>
        </p:nvSpPr>
        <p:spPr>
          <a:xfrm>
            <a:off x="7487478" y="2279372"/>
            <a:ext cx="3995530" cy="891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zh-CN" altLang="en-US" dirty="0">
                <a:solidFill>
                  <a:schemeClr val="tx1"/>
                </a:solidFill>
              </a:rPr>
              <a:t> 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30BDCC-4708-58B2-3C58-4C632770EE27}"/>
              </a:ext>
            </a:extLst>
          </p:cNvPr>
          <p:cNvSpPr/>
          <p:nvPr/>
        </p:nvSpPr>
        <p:spPr>
          <a:xfrm>
            <a:off x="10665280" y="1188552"/>
            <a:ext cx="576470" cy="765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FA5C3F8-221A-4062-79CC-7993C4E5255F}"/>
              </a:ext>
            </a:extLst>
          </p:cNvPr>
          <p:cNvSpPr/>
          <p:nvPr/>
        </p:nvSpPr>
        <p:spPr>
          <a:xfrm>
            <a:off x="1430417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EAF43B-7D50-9698-ADEF-9A6C7AFF3D0D}"/>
              </a:ext>
            </a:extLst>
          </p:cNvPr>
          <p:cNvSpPr/>
          <p:nvPr/>
        </p:nvSpPr>
        <p:spPr>
          <a:xfrm>
            <a:off x="10468400" y="253721"/>
            <a:ext cx="1014608" cy="47680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GPU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4ED474-FAD6-E36B-B801-5EB62D42D83B}"/>
              </a:ext>
            </a:extLst>
          </p:cNvPr>
          <p:cNvSpPr/>
          <p:nvPr/>
        </p:nvSpPr>
        <p:spPr>
          <a:xfrm>
            <a:off x="1147970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4CF7D9-6ED7-4418-BFE6-73FD904C3205}"/>
              </a:ext>
            </a:extLst>
          </p:cNvPr>
          <p:cNvSpPr/>
          <p:nvPr/>
        </p:nvSpPr>
        <p:spPr>
          <a:xfrm>
            <a:off x="2688368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9B8B9C-631A-69D1-6E59-81B7728258E7}"/>
              </a:ext>
            </a:extLst>
          </p:cNvPr>
          <p:cNvSpPr/>
          <p:nvPr/>
        </p:nvSpPr>
        <p:spPr>
          <a:xfrm>
            <a:off x="8600660" y="4709861"/>
            <a:ext cx="1668658" cy="8912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CPU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F70FA23-03C8-AD52-F981-B0ECA311A11D}"/>
              </a:ext>
            </a:extLst>
          </p:cNvPr>
          <p:cNvCxnSpPr>
            <a:cxnSpLocks/>
          </p:cNvCxnSpPr>
          <p:nvPr/>
        </p:nvCxnSpPr>
        <p:spPr>
          <a:xfrm>
            <a:off x="4896438" y="3059654"/>
            <a:ext cx="0" cy="27326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65C23D2-15D7-BAFB-1A18-733C0BC7968A}"/>
              </a:ext>
            </a:extLst>
          </p:cNvPr>
          <p:cNvSpPr/>
          <p:nvPr/>
        </p:nvSpPr>
        <p:spPr>
          <a:xfrm>
            <a:off x="10337961" y="4709861"/>
            <a:ext cx="1412138" cy="89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RDMA</a:t>
            </a:r>
            <a:r>
              <a:rPr lang="zh-CN" altLang="en-US" dirty="0">
                <a:solidFill>
                  <a:schemeClr val="tx1"/>
                </a:solidFill>
              </a:rPr>
              <a:t> 网卡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2FBA63A-3666-124C-5791-B873F49C61D6}"/>
              </a:ext>
            </a:extLst>
          </p:cNvPr>
          <p:cNvSpPr/>
          <p:nvPr/>
        </p:nvSpPr>
        <p:spPr>
          <a:xfrm>
            <a:off x="5556532" y="4709861"/>
            <a:ext cx="1668658" cy="8912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主机内存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E4F2487-0F31-CFB7-8E1B-514B7DF0E187}"/>
              </a:ext>
            </a:extLst>
          </p:cNvPr>
          <p:cNvSpPr/>
          <p:nvPr/>
        </p:nvSpPr>
        <p:spPr>
          <a:xfrm>
            <a:off x="7619179" y="2420911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目标缓冲区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DE95102-978D-8FFE-D6B8-EC34125FEF88}"/>
              </a:ext>
            </a:extLst>
          </p:cNvPr>
          <p:cNvSpPr/>
          <p:nvPr/>
        </p:nvSpPr>
        <p:spPr>
          <a:xfrm>
            <a:off x="3863007" y="2408868"/>
            <a:ext cx="1338471" cy="6387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源缓冲区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FA0F766E-4F5B-9EF3-3549-A98B6F11635D}"/>
              </a:ext>
            </a:extLst>
          </p:cNvPr>
          <p:cNvCxnSpPr/>
          <p:nvPr/>
        </p:nvCxnSpPr>
        <p:spPr>
          <a:xfrm>
            <a:off x="5635487" y="1938647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821B02-7E4F-C59B-1AD0-42761A3B806B}"/>
              </a:ext>
            </a:extLst>
          </p:cNvPr>
          <p:cNvCxnSpPr/>
          <p:nvPr/>
        </p:nvCxnSpPr>
        <p:spPr>
          <a:xfrm>
            <a:off x="5635487" y="20280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A1704FEF-3231-6E0B-B9D1-D243B690108A}"/>
              </a:ext>
            </a:extLst>
          </p:cNvPr>
          <p:cNvCxnSpPr/>
          <p:nvPr/>
        </p:nvCxnSpPr>
        <p:spPr>
          <a:xfrm>
            <a:off x="5635487" y="211335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EA2968E4-41C7-05AA-3DF9-E6BD1C62E9AC}"/>
              </a:ext>
            </a:extLst>
          </p:cNvPr>
          <p:cNvCxnSpPr/>
          <p:nvPr/>
        </p:nvCxnSpPr>
        <p:spPr>
          <a:xfrm>
            <a:off x="5635487" y="220014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AF2D5296-4F45-D2E2-1873-8130F299840F}"/>
              </a:ext>
            </a:extLst>
          </p:cNvPr>
          <p:cNvCxnSpPr/>
          <p:nvPr/>
        </p:nvCxnSpPr>
        <p:spPr>
          <a:xfrm>
            <a:off x="5635487" y="228649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19595345-F98A-AA94-E2BA-5C4420C516A6}"/>
              </a:ext>
            </a:extLst>
          </p:cNvPr>
          <p:cNvCxnSpPr/>
          <p:nvPr/>
        </p:nvCxnSpPr>
        <p:spPr>
          <a:xfrm>
            <a:off x="5635487" y="237594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B37F979E-8C07-60BF-D46B-DF920513A754}"/>
              </a:ext>
            </a:extLst>
          </p:cNvPr>
          <p:cNvCxnSpPr/>
          <p:nvPr/>
        </p:nvCxnSpPr>
        <p:spPr>
          <a:xfrm>
            <a:off x="5635487" y="2461198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CCBD61A2-7E6A-DAC5-70CD-182FE9C2CEE8}"/>
              </a:ext>
            </a:extLst>
          </p:cNvPr>
          <p:cNvCxnSpPr/>
          <p:nvPr/>
        </p:nvCxnSpPr>
        <p:spPr>
          <a:xfrm>
            <a:off x="5635487" y="2547993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1C67FE3B-3396-3D6C-E405-3BEB07A6154D}"/>
              </a:ext>
            </a:extLst>
          </p:cNvPr>
          <p:cNvCxnSpPr/>
          <p:nvPr/>
        </p:nvCxnSpPr>
        <p:spPr>
          <a:xfrm>
            <a:off x="5635487" y="2637572"/>
            <a:ext cx="151074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D38DADE-3F6A-1110-409E-0066F2231D43}"/>
              </a:ext>
            </a:extLst>
          </p:cNvPr>
          <p:cNvSpPr txBox="1"/>
          <p:nvPr/>
        </p:nvSpPr>
        <p:spPr>
          <a:xfrm>
            <a:off x="5856971" y="1548299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NVLink</a:t>
            </a:r>
            <a:endParaRPr lang="en-US" dirty="0"/>
          </a:p>
        </p:txBody>
      </p: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B8A209BE-B525-3DD0-5AD9-8C322B85AF99}"/>
              </a:ext>
            </a:extLst>
          </p:cNvPr>
          <p:cNvCxnSpPr>
            <a:stCxn id="6" idx="3"/>
            <a:endCxn id="21" idx="1"/>
          </p:cNvCxnSpPr>
          <p:nvPr/>
        </p:nvCxnSpPr>
        <p:spPr>
          <a:xfrm flipV="1">
            <a:off x="5327373" y="2724977"/>
            <a:ext cx="2160105" cy="1053550"/>
          </a:xfrm>
          <a:prstGeom prst="bentConnector3">
            <a:avLst>
              <a:gd name="adj1" fmla="val 13610"/>
            </a:avLst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804162A3-97CD-A05E-5F58-8DBFD2C28D03}"/>
              </a:ext>
            </a:extLst>
          </p:cNvPr>
          <p:cNvCxnSpPr>
            <a:cxnSpLocks/>
          </p:cNvCxnSpPr>
          <p:nvPr/>
        </p:nvCxnSpPr>
        <p:spPr>
          <a:xfrm>
            <a:off x="3910701" y="6015307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115C4E0C-5CFA-2038-A2E9-892540EBF54B}"/>
              </a:ext>
            </a:extLst>
          </p:cNvPr>
          <p:cNvCxnSpPr>
            <a:cxnSpLocks/>
          </p:cNvCxnSpPr>
          <p:nvPr/>
        </p:nvCxnSpPr>
        <p:spPr>
          <a:xfrm>
            <a:off x="6437639" y="6015307"/>
            <a:ext cx="882985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54554A25-787B-71E9-FEF1-678C4096CA31}"/>
              </a:ext>
            </a:extLst>
          </p:cNvPr>
          <p:cNvSpPr txBox="1"/>
          <p:nvPr/>
        </p:nvSpPr>
        <p:spPr>
          <a:xfrm>
            <a:off x="7487478" y="58306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控制流</a:t>
            </a:r>
            <a:endParaRPr 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E551085-E56A-D567-EBD0-7CF4DC4F6CD1}"/>
              </a:ext>
            </a:extLst>
          </p:cNvPr>
          <p:cNvSpPr txBox="1"/>
          <p:nvPr/>
        </p:nvSpPr>
        <p:spPr>
          <a:xfrm>
            <a:off x="4926472" y="58426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数据流</a:t>
            </a:r>
            <a:endParaRPr lang="en-US" dirty="0"/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D3292363-44A1-AE01-36AB-FEB009CE8166}"/>
              </a:ext>
            </a:extLst>
          </p:cNvPr>
          <p:cNvCxnSpPr>
            <a:stCxn id="4" idx="3"/>
            <a:endCxn id="62" idx="1"/>
          </p:cNvCxnSpPr>
          <p:nvPr/>
        </p:nvCxnSpPr>
        <p:spPr>
          <a:xfrm>
            <a:off x="4357026" y="5155466"/>
            <a:ext cx="1199506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974A45DF-192F-C245-45C1-08DC20AE9D4E}"/>
              </a:ext>
            </a:extLst>
          </p:cNvPr>
          <p:cNvCxnSpPr>
            <a:cxnSpLocks/>
            <a:stCxn id="8" idx="1"/>
            <a:endCxn id="62" idx="3"/>
          </p:cNvCxnSpPr>
          <p:nvPr/>
        </p:nvCxnSpPr>
        <p:spPr>
          <a:xfrm flipH="1">
            <a:off x="7225190" y="5155466"/>
            <a:ext cx="1375470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59332E06-FFEC-21E4-FF37-7C5559FDAE73}"/>
              </a:ext>
            </a:extLst>
          </p:cNvPr>
          <p:cNvCxnSpPr>
            <a:stCxn id="4" idx="0"/>
          </p:cNvCxnSpPr>
          <p:nvPr/>
        </p:nvCxnSpPr>
        <p:spPr>
          <a:xfrm flipV="1">
            <a:off x="3522697" y="4224132"/>
            <a:ext cx="0" cy="485729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975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5DBB-D809-6169-53E2-D163D70F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0136C77-2790-4C0F-D5CB-CD0809A82E81}"/>
              </a:ext>
            </a:extLst>
          </p:cNvPr>
          <p:cNvSpPr/>
          <p:nvPr/>
        </p:nvSpPr>
        <p:spPr>
          <a:xfrm>
            <a:off x="1013604" y="2522483"/>
            <a:ext cx="1771637" cy="4204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 bit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49D47D-9AC9-1BF1-48FB-36551167DB7A}"/>
              </a:ext>
            </a:extLst>
          </p:cNvPr>
          <p:cNvSpPr/>
          <p:nvPr/>
        </p:nvSpPr>
        <p:spPr>
          <a:xfrm>
            <a:off x="2785241" y="2522483"/>
            <a:ext cx="1051834" cy="420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bit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7CE2E8-450B-F591-124A-A7C0B5CC1146}"/>
              </a:ext>
            </a:extLst>
          </p:cNvPr>
          <p:cNvSpPr/>
          <p:nvPr/>
        </p:nvSpPr>
        <p:spPr>
          <a:xfrm>
            <a:off x="3837075" y="2522483"/>
            <a:ext cx="577491" cy="4204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bit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BD30F2-BB74-403B-ADEC-46FA65952DD2}"/>
              </a:ext>
            </a:extLst>
          </p:cNvPr>
          <p:cNvSpPr/>
          <p:nvPr/>
        </p:nvSpPr>
        <p:spPr>
          <a:xfrm>
            <a:off x="4414566" y="2522483"/>
            <a:ext cx="989284" cy="4204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bit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FB77529-5180-C015-EBC5-9AAFAFCCE011}"/>
              </a:ext>
            </a:extLst>
          </p:cNvPr>
          <p:cNvSpPr txBox="1"/>
          <p:nvPr/>
        </p:nvSpPr>
        <p:spPr>
          <a:xfrm>
            <a:off x="1013604" y="2165350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unique_id</a:t>
            </a:r>
            <a:endParaRPr lang="en-US" sz="14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9DECCE-41C3-CF1C-3305-BF03A530CCE7}"/>
              </a:ext>
            </a:extLst>
          </p:cNvPr>
          <p:cNvSpPr txBox="1"/>
          <p:nvPr/>
        </p:nvSpPr>
        <p:spPr>
          <a:xfrm>
            <a:off x="2861983" y="2165350"/>
            <a:ext cx="676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length</a:t>
            </a:r>
            <a:endParaRPr lang="en-US" sz="14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52F4BF-1524-A118-EE05-F129B5AD1E69}"/>
              </a:ext>
            </a:extLst>
          </p:cNvPr>
          <p:cNvSpPr txBox="1"/>
          <p:nvPr/>
        </p:nvSpPr>
        <p:spPr>
          <a:xfrm>
            <a:off x="3732923" y="2165350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finished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1DAF74-278B-6B3F-4C90-F3A461A077A6}"/>
              </a:ext>
            </a:extLst>
          </p:cNvPr>
          <p:cNvSpPr txBox="1"/>
          <p:nvPr/>
        </p:nvSpPr>
        <p:spPr>
          <a:xfrm>
            <a:off x="4579585" y="2165350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36745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3371</TotalTime>
  <Words>440</Words>
  <Application>Microsoft Macintosh PowerPoint</Application>
  <PresentationFormat>宽屏</PresentationFormat>
  <Paragraphs>273</Paragraphs>
  <Slides>17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Carter Hintons</dc:creator>
  <cp:lastModifiedBy>Carter Hintons</cp:lastModifiedBy>
  <cp:revision>157</cp:revision>
  <dcterms:created xsi:type="dcterms:W3CDTF">2025-12-23T05:13:05Z</dcterms:created>
  <dcterms:modified xsi:type="dcterms:W3CDTF">2025-12-25T16:37:31Z</dcterms:modified>
</cp:coreProperties>
</file>